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14.jpg" ContentType="image/jpeg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56" r:id="rId5"/>
    <p:sldId id="264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72" r:id="rId14"/>
    <p:sldId id="284" r:id="rId15"/>
    <p:sldId id="281" r:id="rId16"/>
    <p:sldId id="283" r:id="rId17"/>
    <p:sldId id="268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94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FB009-82F7-4991-B6A1-FA25F306A03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8DF40-819E-4737-A05A-F10B3CCFF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301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8DF40-819E-4737-A05A-F10B3CCFF09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414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E983-6D47-67CE-86E1-35D8D037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AEF70-B509-AC8E-ADD9-2411FFCB1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DC857-008F-A1E7-E551-F0D499703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B7781-1A0B-3CDB-9121-9181110935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8DF40-819E-4737-A05A-F10B3CCFF09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8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E85E5-6DC1-03EA-634B-405188EF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92E8F-4DDE-C6D3-7041-DD026EDAB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C1D89-0276-8440-B492-B18E8A662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AA084-22A1-AB48-70F2-46F585F48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8DF40-819E-4737-A05A-F10B3CCFF09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741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E5DDF-8DF6-7796-6973-51756D0F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2EDEF-1612-A9EA-8319-FF236376D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EBCD0-972A-F3D6-9441-7BCA26AAC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DBF29-EC64-EC56-7F28-1338C009E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8DF40-819E-4737-A05A-F10B3CCFF09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797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B2F82-5F2E-415A-BCE9-58F3CFE1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374E1-8836-4450-A34B-8827860FD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197EA-939F-062D-D561-B83041E8D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E39E5-111E-2912-1B84-0DBE915D7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8DF40-819E-4737-A05A-F10B3CCFF09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806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9F7E0-2CD2-E1EF-70B4-7C2EAA85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52BD2-0782-877B-FCD1-94EB3FA6C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2BD56-EA7F-3018-2382-6B3C7E93B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D95EA-91EA-792F-2738-30A950248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8DF40-819E-4737-A05A-F10B3CCFF09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638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FF2F2-3C13-1295-8E45-51529B17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3684B-59F4-6BDE-842B-14F39359A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C80C4-F783-8773-9B24-28A84F90B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1B970-0E0A-2B6D-06C2-732CCDEB3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8DF40-819E-4737-A05A-F10B3CCFF09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860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8DF40-819E-4737-A05A-F10B3CCFF09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224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581C8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dirty="0"/>
              <a:t>-</a:t>
            </a:r>
            <a:r>
              <a:rPr spc="-30" dirty="0"/>
              <a:t> Case</a:t>
            </a:r>
            <a:r>
              <a:rPr spc="-60" dirty="0"/>
              <a:t> </a:t>
            </a:r>
            <a:r>
              <a:rPr spc="-20" dirty="0"/>
              <a:t>Study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2025/10/30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81C8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dirty="0"/>
              <a:t>-</a:t>
            </a:r>
            <a:r>
              <a:rPr spc="-30" dirty="0"/>
              <a:t> Case</a:t>
            </a:r>
            <a:r>
              <a:rPr spc="-60" dirty="0"/>
              <a:t> </a:t>
            </a:r>
            <a:r>
              <a:rPr spc="-20" dirty="0"/>
              <a:t>Study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2025/10/30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81C8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dirty="0"/>
              <a:t>-</a:t>
            </a:r>
            <a:r>
              <a:rPr spc="-30" dirty="0"/>
              <a:t> Case</a:t>
            </a:r>
            <a:r>
              <a:rPr spc="-60" dirty="0"/>
              <a:t> </a:t>
            </a:r>
            <a:r>
              <a:rPr spc="-20" dirty="0"/>
              <a:t>Study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2025/10/30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81C8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dirty="0"/>
              <a:t>-</a:t>
            </a:r>
            <a:r>
              <a:rPr spc="-30" dirty="0"/>
              <a:t> Case</a:t>
            </a:r>
            <a:r>
              <a:rPr spc="-60" dirty="0"/>
              <a:t> </a:t>
            </a:r>
            <a:r>
              <a:rPr spc="-20" dirty="0"/>
              <a:t>Study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2025/10/30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445764"/>
            <a:ext cx="11428730" cy="1545590"/>
          </a:xfrm>
          <a:custGeom>
            <a:avLst/>
            <a:gdLst/>
            <a:ahLst/>
            <a:cxnLst/>
            <a:rect l="l" t="t" r="r" b="b"/>
            <a:pathLst>
              <a:path w="11428730" h="1545589">
                <a:moveTo>
                  <a:pt x="11428476" y="0"/>
                </a:moveTo>
                <a:lnTo>
                  <a:pt x="0" y="0"/>
                </a:lnTo>
                <a:lnTo>
                  <a:pt x="0" y="1545336"/>
                </a:lnTo>
                <a:lnTo>
                  <a:pt x="10718012" y="1545336"/>
                </a:lnTo>
                <a:lnTo>
                  <a:pt x="10766655" y="1543696"/>
                </a:lnTo>
                <a:lnTo>
                  <a:pt x="10814418" y="1538850"/>
                </a:lnTo>
                <a:lnTo>
                  <a:pt x="10861196" y="1530901"/>
                </a:lnTo>
                <a:lnTo>
                  <a:pt x="10906882" y="1519957"/>
                </a:lnTo>
                <a:lnTo>
                  <a:pt x="10951371" y="1506123"/>
                </a:lnTo>
                <a:lnTo>
                  <a:pt x="10994557" y="1489504"/>
                </a:lnTo>
                <a:lnTo>
                  <a:pt x="11036334" y="1470206"/>
                </a:lnTo>
                <a:lnTo>
                  <a:pt x="11076597" y="1448336"/>
                </a:lnTo>
                <a:lnTo>
                  <a:pt x="11115239" y="1423999"/>
                </a:lnTo>
                <a:lnTo>
                  <a:pt x="11152156" y="1397301"/>
                </a:lnTo>
                <a:lnTo>
                  <a:pt x="11187240" y="1368347"/>
                </a:lnTo>
                <a:lnTo>
                  <a:pt x="11220386" y="1337244"/>
                </a:lnTo>
                <a:lnTo>
                  <a:pt x="11251489" y="1304098"/>
                </a:lnTo>
                <a:lnTo>
                  <a:pt x="11280442" y="1269013"/>
                </a:lnTo>
                <a:lnTo>
                  <a:pt x="11307140" y="1232096"/>
                </a:lnTo>
                <a:lnTo>
                  <a:pt x="11331477" y="1193453"/>
                </a:lnTo>
                <a:lnTo>
                  <a:pt x="11353347" y="1153190"/>
                </a:lnTo>
                <a:lnTo>
                  <a:pt x="11372644" y="1111412"/>
                </a:lnTo>
                <a:lnTo>
                  <a:pt x="11389263" y="1068225"/>
                </a:lnTo>
                <a:lnTo>
                  <a:pt x="11403097" y="1023734"/>
                </a:lnTo>
                <a:lnTo>
                  <a:pt x="11414041" y="978047"/>
                </a:lnTo>
                <a:lnTo>
                  <a:pt x="11421990" y="931268"/>
                </a:lnTo>
                <a:lnTo>
                  <a:pt x="11426836" y="883504"/>
                </a:lnTo>
                <a:lnTo>
                  <a:pt x="11428476" y="834859"/>
                </a:lnTo>
                <a:lnTo>
                  <a:pt x="11428476" y="0"/>
                </a:lnTo>
                <a:close/>
              </a:path>
            </a:pathLst>
          </a:custGeom>
          <a:solidFill>
            <a:srgbClr val="581C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445764"/>
            <a:ext cx="11428730" cy="1545590"/>
          </a:xfrm>
          <a:custGeom>
            <a:avLst/>
            <a:gdLst/>
            <a:ahLst/>
            <a:cxnLst/>
            <a:rect l="l" t="t" r="r" b="b"/>
            <a:pathLst>
              <a:path w="11428730" h="1545589">
                <a:moveTo>
                  <a:pt x="0" y="1545336"/>
                </a:moveTo>
                <a:lnTo>
                  <a:pt x="10718012" y="1545336"/>
                </a:lnTo>
                <a:lnTo>
                  <a:pt x="10766655" y="1543696"/>
                </a:lnTo>
                <a:lnTo>
                  <a:pt x="10814418" y="1538850"/>
                </a:lnTo>
                <a:lnTo>
                  <a:pt x="10861196" y="1530901"/>
                </a:lnTo>
                <a:lnTo>
                  <a:pt x="10906882" y="1519957"/>
                </a:lnTo>
                <a:lnTo>
                  <a:pt x="10951371" y="1506123"/>
                </a:lnTo>
                <a:lnTo>
                  <a:pt x="10994557" y="1489504"/>
                </a:lnTo>
                <a:lnTo>
                  <a:pt x="11036334" y="1470206"/>
                </a:lnTo>
                <a:lnTo>
                  <a:pt x="11076597" y="1448336"/>
                </a:lnTo>
                <a:lnTo>
                  <a:pt x="11115239" y="1423999"/>
                </a:lnTo>
                <a:lnTo>
                  <a:pt x="11152156" y="1397301"/>
                </a:lnTo>
                <a:lnTo>
                  <a:pt x="11187240" y="1368347"/>
                </a:lnTo>
                <a:lnTo>
                  <a:pt x="11220386" y="1337244"/>
                </a:lnTo>
                <a:lnTo>
                  <a:pt x="11251489" y="1304098"/>
                </a:lnTo>
                <a:lnTo>
                  <a:pt x="11280442" y="1269013"/>
                </a:lnTo>
                <a:lnTo>
                  <a:pt x="11307140" y="1232096"/>
                </a:lnTo>
                <a:lnTo>
                  <a:pt x="11331477" y="1193453"/>
                </a:lnTo>
                <a:lnTo>
                  <a:pt x="11353347" y="1153190"/>
                </a:lnTo>
                <a:lnTo>
                  <a:pt x="11372644" y="1111412"/>
                </a:lnTo>
                <a:lnTo>
                  <a:pt x="11389263" y="1068225"/>
                </a:lnTo>
                <a:lnTo>
                  <a:pt x="11403097" y="1023734"/>
                </a:lnTo>
                <a:lnTo>
                  <a:pt x="11414041" y="978047"/>
                </a:lnTo>
                <a:lnTo>
                  <a:pt x="11421990" y="931268"/>
                </a:lnTo>
                <a:lnTo>
                  <a:pt x="11426836" y="883504"/>
                </a:lnTo>
                <a:lnTo>
                  <a:pt x="11428476" y="834859"/>
                </a:lnTo>
                <a:lnTo>
                  <a:pt x="11428476" y="0"/>
                </a:lnTo>
                <a:lnTo>
                  <a:pt x="0" y="0"/>
                </a:lnTo>
                <a:lnTo>
                  <a:pt x="0" y="1545336"/>
                </a:lnTo>
                <a:close/>
              </a:path>
            </a:pathLst>
          </a:custGeom>
          <a:ln w="76200">
            <a:solidFill>
              <a:srgbClr val="581C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3445764"/>
            <a:ext cx="11428730" cy="1545590"/>
          </a:xfrm>
          <a:custGeom>
            <a:avLst/>
            <a:gdLst/>
            <a:ahLst/>
            <a:cxnLst/>
            <a:rect l="l" t="t" r="r" b="b"/>
            <a:pathLst>
              <a:path w="11428730" h="1545589">
                <a:moveTo>
                  <a:pt x="11428476" y="0"/>
                </a:moveTo>
                <a:lnTo>
                  <a:pt x="0" y="0"/>
                </a:lnTo>
                <a:lnTo>
                  <a:pt x="0" y="1545336"/>
                </a:lnTo>
                <a:lnTo>
                  <a:pt x="10718012" y="1545336"/>
                </a:lnTo>
                <a:lnTo>
                  <a:pt x="10766655" y="1543696"/>
                </a:lnTo>
                <a:lnTo>
                  <a:pt x="10814418" y="1538850"/>
                </a:lnTo>
                <a:lnTo>
                  <a:pt x="10861196" y="1530901"/>
                </a:lnTo>
                <a:lnTo>
                  <a:pt x="10906882" y="1519957"/>
                </a:lnTo>
                <a:lnTo>
                  <a:pt x="10951371" y="1506123"/>
                </a:lnTo>
                <a:lnTo>
                  <a:pt x="10994557" y="1489504"/>
                </a:lnTo>
                <a:lnTo>
                  <a:pt x="11036334" y="1470206"/>
                </a:lnTo>
                <a:lnTo>
                  <a:pt x="11076597" y="1448336"/>
                </a:lnTo>
                <a:lnTo>
                  <a:pt x="11115239" y="1423999"/>
                </a:lnTo>
                <a:lnTo>
                  <a:pt x="11152156" y="1397301"/>
                </a:lnTo>
                <a:lnTo>
                  <a:pt x="11187240" y="1368347"/>
                </a:lnTo>
                <a:lnTo>
                  <a:pt x="11220386" y="1337244"/>
                </a:lnTo>
                <a:lnTo>
                  <a:pt x="11251489" y="1304098"/>
                </a:lnTo>
                <a:lnTo>
                  <a:pt x="11280442" y="1269013"/>
                </a:lnTo>
                <a:lnTo>
                  <a:pt x="11307140" y="1232096"/>
                </a:lnTo>
                <a:lnTo>
                  <a:pt x="11331477" y="1193453"/>
                </a:lnTo>
                <a:lnTo>
                  <a:pt x="11353347" y="1153190"/>
                </a:lnTo>
                <a:lnTo>
                  <a:pt x="11372644" y="1111412"/>
                </a:lnTo>
                <a:lnTo>
                  <a:pt x="11389263" y="1068225"/>
                </a:lnTo>
                <a:lnTo>
                  <a:pt x="11403097" y="1023734"/>
                </a:lnTo>
                <a:lnTo>
                  <a:pt x="11414041" y="978047"/>
                </a:lnTo>
                <a:lnTo>
                  <a:pt x="11421990" y="931268"/>
                </a:lnTo>
                <a:lnTo>
                  <a:pt x="11426836" y="883504"/>
                </a:lnTo>
                <a:lnTo>
                  <a:pt x="11428476" y="834859"/>
                </a:lnTo>
                <a:lnTo>
                  <a:pt x="11428476" y="0"/>
                </a:lnTo>
                <a:close/>
              </a:path>
            </a:pathLst>
          </a:custGeom>
          <a:solidFill>
            <a:srgbClr val="581C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3445764"/>
            <a:ext cx="11428730" cy="1545590"/>
          </a:xfrm>
          <a:custGeom>
            <a:avLst/>
            <a:gdLst/>
            <a:ahLst/>
            <a:cxnLst/>
            <a:rect l="l" t="t" r="r" b="b"/>
            <a:pathLst>
              <a:path w="11428730" h="1545589">
                <a:moveTo>
                  <a:pt x="0" y="1545336"/>
                </a:moveTo>
                <a:lnTo>
                  <a:pt x="10718012" y="1545336"/>
                </a:lnTo>
                <a:lnTo>
                  <a:pt x="10766655" y="1543696"/>
                </a:lnTo>
                <a:lnTo>
                  <a:pt x="10814418" y="1538850"/>
                </a:lnTo>
                <a:lnTo>
                  <a:pt x="10861196" y="1530901"/>
                </a:lnTo>
                <a:lnTo>
                  <a:pt x="10906882" y="1519957"/>
                </a:lnTo>
                <a:lnTo>
                  <a:pt x="10951371" y="1506123"/>
                </a:lnTo>
                <a:lnTo>
                  <a:pt x="10994557" y="1489504"/>
                </a:lnTo>
                <a:lnTo>
                  <a:pt x="11036334" y="1470206"/>
                </a:lnTo>
                <a:lnTo>
                  <a:pt x="11076597" y="1448336"/>
                </a:lnTo>
                <a:lnTo>
                  <a:pt x="11115239" y="1423999"/>
                </a:lnTo>
                <a:lnTo>
                  <a:pt x="11152156" y="1397301"/>
                </a:lnTo>
                <a:lnTo>
                  <a:pt x="11187240" y="1368347"/>
                </a:lnTo>
                <a:lnTo>
                  <a:pt x="11220386" y="1337244"/>
                </a:lnTo>
                <a:lnTo>
                  <a:pt x="11251489" y="1304098"/>
                </a:lnTo>
                <a:lnTo>
                  <a:pt x="11280442" y="1269013"/>
                </a:lnTo>
                <a:lnTo>
                  <a:pt x="11307140" y="1232096"/>
                </a:lnTo>
                <a:lnTo>
                  <a:pt x="11331477" y="1193453"/>
                </a:lnTo>
                <a:lnTo>
                  <a:pt x="11353347" y="1153190"/>
                </a:lnTo>
                <a:lnTo>
                  <a:pt x="11372644" y="1111412"/>
                </a:lnTo>
                <a:lnTo>
                  <a:pt x="11389263" y="1068225"/>
                </a:lnTo>
                <a:lnTo>
                  <a:pt x="11403097" y="1023734"/>
                </a:lnTo>
                <a:lnTo>
                  <a:pt x="11414041" y="978047"/>
                </a:lnTo>
                <a:lnTo>
                  <a:pt x="11421990" y="931268"/>
                </a:lnTo>
                <a:lnTo>
                  <a:pt x="11426836" y="883504"/>
                </a:lnTo>
                <a:lnTo>
                  <a:pt x="11428476" y="834859"/>
                </a:lnTo>
                <a:lnTo>
                  <a:pt x="11428476" y="0"/>
                </a:lnTo>
                <a:lnTo>
                  <a:pt x="0" y="0"/>
                </a:lnTo>
                <a:lnTo>
                  <a:pt x="0" y="1545336"/>
                </a:lnTo>
                <a:close/>
              </a:path>
            </a:pathLst>
          </a:custGeom>
          <a:ln w="76200">
            <a:solidFill>
              <a:srgbClr val="581C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653814" y="485533"/>
            <a:ext cx="776605" cy="257810"/>
          </a:xfrm>
          <a:custGeom>
            <a:avLst/>
            <a:gdLst/>
            <a:ahLst/>
            <a:cxnLst/>
            <a:rect l="l" t="t" r="r" b="b"/>
            <a:pathLst>
              <a:path w="776604" h="257809">
                <a:moveTo>
                  <a:pt x="251460" y="108991"/>
                </a:moveTo>
                <a:lnTo>
                  <a:pt x="244932" y="63919"/>
                </a:lnTo>
                <a:lnTo>
                  <a:pt x="243433" y="60147"/>
                </a:lnTo>
                <a:lnTo>
                  <a:pt x="239877" y="51142"/>
                </a:lnTo>
                <a:lnTo>
                  <a:pt x="213842" y="20739"/>
                </a:lnTo>
                <a:lnTo>
                  <a:pt x="179971" y="5943"/>
                </a:lnTo>
                <a:lnTo>
                  <a:pt x="179971" y="100241"/>
                </a:lnTo>
                <a:lnTo>
                  <a:pt x="75082" y="100241"/>
                </a:lnTo>
                <a:lnTo>
                  <a:pt x="100711" y="62915"/>
                </a:lnTo>
                <a:lnTo>
                  <a:pt x="127533" y="60147"/>
                </a:lnTo>
                <a:lnTo>
                  <a:pt x="137896" y="60452"/>
                </a:lnTo>
                <a:lnTo>
                  <a:pt x="178689" y="84912"/>
                </a:lnTo>
                <a:lnTo>
                  <a:pt x="179971" y="100241"/>
                </a:lnTo>
                <a:lnTo>
                  <a:pt x="179971" y="5943"/>
                </a:lnTo>
                <a:lnTo>
                  <a:pt x="169367" y="3352"/>
                </a:lnTo>
                <a:lnTo>
                  <a:pt x="149682" y="838"/>
                </a:lnTo>
                <a:lnTo>
                  <a:pt x="127533" y="0"/>
                </a:lnTo>
                <a:lnTo>
                  <a:pt x="97002" y="1905"/>
                </a:lnTo>
                <a:lnTo>
                  <a:pt x="48793" y="17068"/>
                </a:lnTo>
                <a:lnTo>
                  <a:pt x="17487" y="47840"/>
                </a:lnTo>
                <a:lnTo>
                  <a:pt x="1943" y="96939"/>
                </a:lnTo>
                <a:lnTo>
                  <a:pt x="0" y="128524"/>
                </a:lnTo>
                <a:lnTo>
                  <a:pt x="1003" y="152158"/>
                </a:lnTo>
                <a:lnTo>
                  <a:pt x="4000" y="172986"/>
                </a:lnTo>
                <a:lnTo>
                  <a:pt x="8813" y="190525"/>
                </a:lnTo>
                <a:lnTo>
                  <a:pt x="8890" y="190792"/>
                </a:lnTo>
                <a:lnTo>
                  <a:pt x="8953" y="191033"/>
                </a:lnTo>
                <a:lnTo>
                  <a:pt x="35674" y="230314"/>
                </a:lnTo>
                <a:lnTo>
                  <a:pt x="79362" y="251053"/>
                </a:lnTo>
                <a:lnTo>
                  <a:pt x="117030" y="256844"/>
                </a:lnTo>
                <a:lnTo>
                  <a:pt x="138328" y="257556"/>
                </a:lnTo>
                <a:lnTo>
                  <a:pt x="155206" y="257327"/>
                </a:lnTo>
                <a:lnTo>
                  <a:pt x="198742" y="253695"/>
                </a:lnTo>
                <a:lnTo>
                  <a:pt x="238594" y="244703"/>
                </a:lnTo>
                <a:lnTo>
                  <a:pt x="238594" y="191236"/>
                </a:lnTo>
                <a:lnTo>
                  <a:pt x="238594" y="187642"/>
                </a:lnTo>
                <a:lnTo>
                  <a:pt x="236550" y="186093"/>
                </a:lnTo>
                <a:lnTo>
                  <a:pt x="227330" y="187299"/>
                </a:lnTo>
                <a:lnTo>
                  <a:pt x="218224" y="188353"/>
                </a:lnTo>
                <a:lnTo>
                  <a:pt x="209194" y="189230"/>
                </a:lnTo>
                <a:lnTo>
                  <a:pt x="200279" y="189953"/>
                </a:lnTo>
                <a:lnTo>
                  <a:pt x="190842" y="190525"/>
                </a:lnTo>
                <a:lnTo>
                  <a:pt x="177393" y="191033"/>
                </a:lnTo>
                <a:lnTo>
                  <a:pt x="174955" y="191033"/>
                </a:lnTo>
                <a:lnTo>
                  <a:pt x="164706" y="191236"/>
                </a:lnTo>
                <a:lnTo>
                  <a:pt x="155816" y="191236"/>
                </a:lnTo>
                <a:lnTo>
                  <a:pt x="137147" y="190792"/>
                </a:lnTo>
                <a:lnTo>
                  <a:pt x="121285" y="189445"/>
                </a:lnTo>
                <a:lnTo>
                  <a:pt x="108877" y="187299"/>
                </a:lnTo>
                <a:lnTo>
                  <a:pt x="108585" y="187299"/>
                </a:lnTo>
                <a:lnTo>
                  <a:pt x="76619" y="154216"/>
                </a:lnTo>
                <a:lnTo>
                  <a:pt x="245795" y="154216"/>
                </a:lnTo>
                <a:lnTo>
                  <a:pt x="247853" y="152158"/>
                </a:lnTo>
                <a:lnTo>
                  <a:pt x="249224" y="144970"/>
                </a:lnTo>
                <a:lnTo>
                  <a:pt x="250164" y="137604"/>
                </a:lnTo>
                <a:lnTo>
                  <a:pt x="251193" y="122516"/>
                </a:lnTo>
                <a:lnTo>
                  <a:pt x="251460" y="115493"/>
                </a:lnTo>
                <a:lnTo>
                  <a:pt x="251460" y="108991"/>
                </a:lnTo>
                <a:close/>
              </a:path>
              <a:path w="776604" h="257809">
                <a:moveTo>
                  <a:pt x="513753" y="179412"/>
                </a:moveTo>
                <a:lnTo>
                  <a:pt x="505333" y="139420"/>
                </a:lnTo>
                <a:lnTo>
                  <a:pt x="467055" y="112369"/>
                </a:lnTo>
                <a:lnTo>
                  <a:pt x="404355" y="99314"/>
                </a:lnTo>
                <a:lnTo>
                  <a:pt x="388099" y="95834"/>
                </a:lnTo>
                <a:lnTo>
                  <a:pt x="375335" y="92456"/>
                </a:lnTo>
                <a:lnTo>
                  <a:pt x="370941" y="90487"/>
                </a:lnTo>
                <a:lnTo>
                  <a:pt x="367144" y="86372"/>
                </a:lnTo>
                <a:lnTo>
                  <a:pt x="366204" y="83629"/>
                </a:lnTo>
                <a:lnTo>
                  <a:pt x="366204" y="73685"/>
                </a:lnTo>
                <a:lnTo>
                  <a:pt x="409549" y="63754"/>
                </a:lnTo>
                <a:lnTo>
                  <a:pt x="433819" y="64592"/>
                </a:lnTo>
                <a:lnTo>
                  <a:pt x="457123" y="67094"/>
                </a:lnTo>
                <a:lnTo>
                  <a:pt x="479475" y="71272"/>
                </a:lnTo>
                <a:lnTo>
                  <a:pt x="500862" y="77114"/>
                </a:lnTo>
                <a:lnTo>
                  <a:pt x="502412" y="75577"/>
                </a:lnTo>
                <a:lnTo>
                  <a:pt x="503440" y="13373"/>
                </a:lnTo>
                <a:lnTo>
                  <a:pt x="458304" y="3860"/>
                </a:lnTo>
                <a:lnTo>
                  <a:pt x="412864" y="241"/>
                </a:lnTo>
                <a:lnTo>
                  <a:pt x="395605" y="0"/>
                </a:lnTo>
                <a:lnTo>
                  <a:pt x="367957" y="1028"/>
                </a:lnTo>
                <a:lnTo>
                  <a:pt x="324751" y="9258"/>
                </a:lnTo>
                <a:lnTo>
                  <a:pt x="288874" y="40106"/>
                </a:lnTo>
                <a:lnTo>
                  <a:pt x="282105" y="78143"/>
                </a:lnTo>
                <a:lnTo>
                  <a:pt x="283184" y="93814"/>
                </a:lnTo>
                <a:lnTo>
                  <a:pt x="309397" y="136067"/>
                </a:lnTo>
                <a:lnTo>
                  <a:pt x="355892" y="152692"/>
                </a:lnTo>
                <a:lnTo>
                  <a:pt x="405396" y="162115"/>
                </a:lnTo>
                <a:lnTo>
                  <a:pt x="418172" y="164934"/>
                </a:lnTo>
                <a:lnTo>
                  <a:pt x="426491" y="167424"/>
                </a:lnTo>
                <a:lnTo>
                  <a:pt x="428637" y="171018"/>
                </a:lnTo>
                <a:lnTo>
                  <a:pt x="428637" y="180962"/>
                </a:lnTo>
                <a:lnTo>
                  <a:pt x="372910" y="193306"/>
                </a:lnTo>
                <a:lnTo>
                  <a:pt x="348945" y="192608"/>
                </a:lnTo>
                <a:lnTo>
                  <a:pt x="326085" y="190474"/>
                </a:lnTo>
                <a:lnTo>
                  <a:pt x="304330" y="186944"/>
                </a:lnTo>
                <a:lnTo>
                  <a:pt x="283667" y="181991"/>
                </a:lnTo>
                <a:lnTo>
                  <a:pt x="282105" y="183019"/>
                </a:lnTo>
                <a:lnTo>
                  <a:pt x="282105" y="246253"/>
                </a:lnTo>
                <a:lnTo>
                  <a:pt x="293827" y="248488"/>
                </a:lnTo>
                <a:lnTo>
                  <a:pt x="333438" y="254215"/>
                </a:lnTo>
                <a:lnTo>
                  <a:pt x="379437" y="257352"/>
                </a:lnTo>
                <a:lnTo>
                  <a:pt x="396138" y="257556"/>
                </a:lnTo>
                <a:lnTo>
                  <a:pt x="417360" y="257111"/>
                </a:lnTo>
                <a:lnTo>
                  <a:pt x="466547" y="250367"/>
                </a:lnTo>
                <a:lnTo>
                  <a:pt x="502932" y="225945"/>
                </a:lnTo>
                <a:lnTo>
                  <a:pt x="513067" y="193319"/>
                </a:lnTo>
                <a:lnTo>
                  <a:pt x="513753" y="179412"/>
                </a:lnTo>
                <a:close/>
              </a:path>
              <a:path w="776604" h="257809">
                <a:moveTo>
                  <a:pt x="776020" y="179412"/>
                </a:moveTo>
                <a:lnTo>
                  <a:pt x="767600" y="139420"/>
                </a:lnTo>
                <a:lnTo>
                  <a:pt x="729335" y="112369"/>
                </a:lnTo>
                <a:lnTo>
                  <a:pt x="666610" y="99314"/>
                </a:lnTo>
                <a:lnTo>
                  <a:pt x="650354" y="95834"/>
                </a:lnTo>
                <a:lnTo>
                  <a:pt x="637590" y="92456"/>
                </a:lnTo>
                <a:lnTo>
                  <a:pt x="633209" y="90487"/>
                </a:lnTo>
                <a:lnTo>
                  <a:pt x="629424" y="86372"/>
                </a:lnTo>
                <a:lnTo>
                  <a:pt x="628484" y="83629"/>
                </a:lnTo>
                <a:lnTo>
                  <a:pt x="628484" y="73685"/>
                </a:lnTo>
                <a:lnTo>
                  <a:pt x="671804" y="63754"/>
                </a:lnTo>
                <a:lnTo>
                  <a:pt x="696074" y="64592"/>
                </a:lnTo>
                <a:lnTo>
                  <a:pt x="719391" y="67094"/>
                </a:lnTo>
                <a:lnTo>
                  <a:pt x="741743" y="71272"/>
                </a:lnTo>
                <a:lnTo>
                  <a:pt x="763130" y="77114"/>
                </a:lnTo>
                <a:lnTo>
                  <a:pt x="764679" y="75577"/>
                </a:lnTo>
                <a:lnTo>
                  <a:pt x="765708" y="13373"/>
                </a:lnTo>
                <a:lnTo>
                  <a:pt x="720559" y="3860"/>
                </a:lnTo>
                <a:lnTo>
                  <a:pt x="675132" y="241"/>
                </a:lnTo>
                <a:lnTo>
                  <a:pt x="657872" y="0"/>
                </a:lnTo>
                <a:lnTo>
                  <a:pt x="630224" y="1028"/>
                </a:lnTo>
                <a:lnTo>
                  <a:pt x="587019" y="9258"/>
                </a:lnTo>
                <a:lnTo>
                  <a:pt x="551141" y="40106"/>
                </a:lnTo>
                <a:lnTo>
                  <a:pt x="544372" y="78143"/>
                </a:lnTo>
                <a:lnTo>
                  <a:pt x="545452" y="93814"/>
                </a:lnTo>
                <a:lnTo>
                  <a:pt x="571665" y="136067"/>
                </a:lnTo>
                <a:lnTo>
                  <a:pt x="618147" y="152692"/>
                </a:lnTo>
                <a:lnTo>
                  <a:pt x="667651" y="162115"/>
                </a:lnTo>
                <a:lnTo>
                  <a:pt x="680427" y="164934"/>
                </a:lnTo>
                <a:lnTo>
                  <a:pt x="688759" y="167424"/>
                </a:lnTo>
                <a:lnTo>
                  <a:pt x="690905" y="171018"/>
                </a:lnTo>
                <a:lnTo>
                  <a:pt x="690905" y="180962"/>
                </a:lnTo>
                <a:lnTo>
                  <a:pt x="635177" y="193306"/>
                </a:lnTo>
                <a:lnTo>
                  <a:pt x="611212" y="192608"/>
                </a:lnTo>
                <a:lnTo>
                  <a:pt x="588352" y="190474"/>
                </a:lnTo>
                <a:lnTo>
                  <a:pt x="566585" y="186944"/>
                </a:lnTo>
                <a:lnTo>
                  <a:pt x="545922" y="181991"/>
                </a:lnTo>
                <a:lnTo>
                  <a:pt x="544372" y="183019"/>
                </a:lnTo>
                <a:lnTo>
                  <a:pt x="544372" y="246253"/>
                </a:lnTo>
                <a:lnTo>
                  <a:pt x="556094" y="248488"/>
                </a:lnTo>
                <a:lnTo>
                  <a:pt x="595706" y="254215"/>
                </a:lnTo>
                <a:lnTo>
                  <a:pt x="641705" y="257352"/>
                </a:lnTo>
                <a:lnTo>
                  <a:pt x="658406" y="257556"/>
                </a:lnTo>
                <a:lnTo>
                  <a:pt x="679627" y="257111"/>
                </a:lnTo>
                <a:lnTo>
                  <a:pt x="728814" y="250367"/>
                </a:lnTo>
                <a:lnTo>
                  <a:pt x="765187" y="225945"/>
                </a:lnTo>
                <a:lnTo>
                  <a:pt x="775335" y="193319"/>
                </a:lnTo>
                <a:lnTo>
                  <a:pt x="776020" y="179412"/>
                </a:lnTo>
                <a:close/>
              </a:path>
            </a:pathLst>
          </a:custGeom>
          <a:solidFill>
            <a:srgbClr val="120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21481" y="485508"/>
            <a:ext cx="1428762" cy="66729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1079365" y="895248"/>
            <a:ext cx="251460" cy="257810"/>
          </a:xfrm>
          <a:custGeom>
            <a:avLst/>
            <a:gdLst/>
            <a:ahLst/>
            <a:cxnLst/>
            <a:rect l="l" t="t" r="r" b="b"/>
            <a:pathLst>
              <a:path w="251459" h="257809">
                <a:moveTo>
                  <a:pt x="127546" y="0"/>
                </a:moveTo>
                <a:lnTo>
                  <a:pt x="70777" y="7581"/>
                </a:lnTo>
                <a:lnTo>
                  <a:pt x="31115" y="30327"/>
                </a:lnTo>
                <a:lnTo>
                  <a:pt x="7780" y="70043"/>
                </a:lnTo>
                <a:lnTo>
                  <a:pt x="0" y="128524"/>
                </a:lnTo>
                <a:lnTo>
                  <a:pt x="1009" y="152171"/>
                </a:lnTo>
                <a:lnTo>
                  <a:pt x="4007" y="172991"/>
                </a:lnTo>
                <a:lnTo>
                  <a:pt x="8833" y="190518"/>
                </a:lnTo>
                <a:lnTo>
                  <a:pt x="8907" y="190786"/>
                </a:lnTo>
                <a:lnTo>
                  <a:pt x="35680" y="230308"/>
                </a:lnTo>
                <a:lnTo>
                  <a:pt x="79372" y="251046"/>
                </a:lnTo>
                <a:lnTo>
                  <a:pt x="117039" y="256832"/>
                </a:lnTo>
                <a:lnTo>
                  <a:pt x="138328" y="257556"/>
                </a:lnTo>
                <a:lnTo>
                  <a:pt x="155219" y="257315"/>
                </a:lnTo>
                <a:lnTo>
                  <a:pt x="198755" y="253695"/>
                </a:lnTo>
                <a:lnTo>
                  <a:pt x="238607" y="244703"/>
                </a:lnTo>
                <a:lnTo>
                  <a:pt x="238607" y="191236"/>
                </a:lnTo>
                <a:lnTo>
                  <a:pt x="155816" y="191236"/>
                </a:lnTo>
                <a:lnTo>
                  <a:pt x="137156" y="190786"/>
                </a:lnTo>
                <a:lnTo>
                  <a:pt x="121296" y="189437"/>
                </a:lnTo>
                <a:lnTo>
                  <a:pt x="108854" y="187298"/>
                </a:lnTo>
                <a:lnTo>
                  <a:pt x="108582" y="187298"/>
                </a:lnTo>
                <a:lnTo>
                  <a:pt x="76631" y="154228"/>
                </a:lnTo>
                <a:lnTo>
                  <a:pt x="245795" y="154228"/>
                </a:lnTo>
                <a:lnTo>
                  <a:pt x="247853" y="152171"/>
                </a:lnTo>
                <a:lnTo>
                  <a:pt x="249224" y="144970"/>
                </a:lnTo>
                <a:lnTo>
                  <a:pt x="250177" y="137604"/>
                </a:lnTo>
                <a:lnTo>
                  <a:pt x="251193" y="122516"/>
                </a:lnTo>
                <a:lnTo>
                  <a:pt x="251460" y="115493"/>
                </a:lnTo>
                <a:lnTo>
                  <a:pt x="251460" y="108991"/>
                </a:lnTo>
                <a:lnTo>
                  <a:pt x="251067" y="100241"/>
                </a:lnTo>
                <a:lnTo>
                  <a:pt x="75082" y="100241"/>
                </a:lnTo>
                <a:lnTo>
                  <a:pt x="75625" y="92839"/>
                </a:lnTo>
                <a:lnTo>
                  <a:pt x="100730" y="62909"/>
                </a:lnTo>
                <a:lnTo>
                  <a:pt x="127546" y="60147"/>
                </a:lnTo>
                <a:lnTo>
                  <a:pt x="243454" y="60147"/>
                </a:lnTo>
                <a:lnTo>
                  <a:pt x="239890" y="51155"/>
                </a:lnTo>
                <a:lnTo>
                  <a:pt x="213854" y="20737"/>
                </a:lnTo>
                <a:lnTo>
                  <a:pt x="169381" y="3341"/>
                </a:lnTo>
                <a:lnTo>
                  <a:pt x="149701" y="835"/>
                </a:lnTo>
                <a:lnTo>
                  <a:pt x="127546" y="0"/>
                </a:lnTo>
                <a:close/>
              </a:path>
              <a:path w="251459" h="257809">
                <a:moveTo>
                  <a:pt x="236550" y="186093"/>
                </a:moveTo>
                <a:lnTo>
                  <a:pt x="190867" y="190518"/>
                </a:lnTo>
                <a:lnTo>
                  <a:pt x="177383" y="191030"/>
                </a:lnTo>
                <a:lnTo>
                  <a:pt x="174875" y="191030"/>
                </a:lnTo>
                <a:lnTo>
                  <a:pt x="164757" y="191236"/>
                </a:lnTo>
                <a:lnTo>
                  <a:pt x="238607" y="191236"/>
                </a:lnTo>
                <a:lnTo>
                  <a:pt x="238607" y="187642"/>
                </a:lnTo>
                <a:lnTo>
                  <a:pt x="236550" y="186093"/>
                </a:lnTo>
                <a:close/>
              </a:path>
              <a:path w="251459" h="257809">
                <a:moveTo>
                  <a:pt x="243454" y="60147"/>
                </a:moveTo>
                <a:lnTo>
                  <a:pt x="127546" y="60147"/>
                </a:lnTo>
                <a:lnTo>
                  <a:pt x="137921" y="60452"/>
                </a:lnTo>
                <a:lnTo>
                  <a:pt x="146948" y="61367"/>
                </a:lnTo>
                <a:lnTo>
                  <a:pt x="178689" y="84912"/>
                </a:lnTo>
                <a:lnTo>
                  <a:pt x="179984" y="100241"/>
                </a:lnTo>
                <a:lnTo>
                  <a:pt x="251067" y="100241"/>
                </a:lnTo>
                <a:lnTo>
                  <a:pt x="250736" y="92839"/>
                </a:lnTo>
                <a:lnTo>
                  <a:pt x="248565" y="77816"/>
                </a:lnTo>
                <a:lnTo>
                  <a:pt x="244950" y="63921"/>
                </a:lnTo>
                <a:lnTo>
                  <a:pt x="243575" y="60452"/>
                </a:lnTo>
                <a:lnTo>
                  <a:pt x="243454" y="60147"/>
                </a:lnTo>
                <a:close/>
              </a:path>
            </a:pathLst>
          </a:custGeom>
          <a:solidFill>
            <a:srgbClr val="120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261667" y="485838"/>
            <a:ext cx="1169035" cy="666115"/>
          </a:xfrm>
          <a:custGeom>
            <a:avLst/>
            <a:gdLst/>
            <a:ahLst/>
            <a:cxnLst/>
            <a:rect l="l" t="t" r="r" b="b"/>
            <a:pathLst>
              <a:path w="1169034" h="666115">
                <a:moveTo>
                  <a:pt x="365760" y="190220"/>
                </a:moveTo>
                <a:lnTo>
                  <a:pt x="193141" y="469"/>
                </a:lnTo>
                <a:lnTo>
                  <a:pt x="0" y="469"/>
                </a:lnTo>
                <a:lnTo>
                  <a:pt x="172605" y="190220"/>
                </a:lnTo>
                <a:lnTo>
                  <a:pt x="0" y="379945"/>
                </a:lnTo>
                <a:lnTo>
                  <a:pt x="193141" y="379945"/>
                </a:lnTo>
                <a:lnTo>
                  <a:pt x="365760" y="190220"/>
                </a:lnTo>
                <a:close/>
              </a:path>
              <a:path w="1169034" h="666115">
                <a:moveTo>
                  <a:pt x="691984" y="230822"/>
                </a:moveTo>
                <a:lnTo>
                  <a:pt x="687133" y="187388"/>
                </a:lnTo>
                <a:lnTo>
                  <a:pt x="673214" y="145122"/>
                </a:lnTo>
                <a:lnTo>
                  <a:pt x="651167" y="105562"/>
                </a:lnTo>
                <a:lnTo>
                  <a:pt x="621919" y="70269"/>
                </a:lnTo>
                <a:lnTo>
                  <a:pt x="586740" y="40944"/>
                </a:lnTo>
                <a:lnTo>
                  <a:pt x="547306" y="18821"/>
                </a:lnTo>
                <a:lnTo>
                  <a:pt x="505167" y="4864"/>
                </a:lnTo>
                <a:lnTo>
                  <a:pt x="461860" y="0"/>
                </a:lnTo>
                <a:lnTo>
                  <a:pt x="231736" y="0"/>
                </a:lnTo>
                <a:lnTo>
                  <a:pt x="404266" y="189204"/>
                </a:lnTo>
                <a:lnTo>
                  <a:pt x="461860" y="189204"/>
                </a:lnTo>
                <a:lnTo>
                  <a:pt x="470293" y="189712"/>
                </a:lnTo>
                <a:lnTo>
                  <a:pt x="478993" y="191782"/>
                </a:lnTo>
                <a:lnTo>
                  <a:pt x="485800" y="196278"/>
                </a:lnTo>
                <a:lnTo>
                  <a:pt x="488543" y="204063"/>
                </a:lnTo>
                <a:lnTo>
                  <a:pt x="487070" y="211074"/>
                </a:lnTo>
                <a:lnTo>
                  <a:pt x="446913" y="237121"/>
                </a:lnTo>
                <a:lnTo>
                  <a:pt x="427164" y="245021"/>
                </a:lnTo>
                <a:lnTo>
                  <a:pt x="365556" y="270294"/>
                </a:lnTo>
                <a:lnTo>
                  <a:pt x="327113" y="288340"/>
                </a:lnTo>
                <a:lnTo>
                  <a:pt x="284403" y="318782"/>
                </a:lnTo>
                <a:lnTo>
                  <a:pt x="251294" y="356844"/>
                </a:lnTo>
                <a:lnTo>
                  <a:pt x="235394" y="399783"/>
                </a:lnTo>
                <a:lnTo>
                  <a:pt x="231736" y="665988"/>
                </a:lnTo>
                <a:lnTo>
                  <a:pt x="420357" y="665988"/>
                </a:lnTo>
                <a:lnTo>
                  <a:pt x="420268" y="455295"/>
                </a:lnTo>
                <a:lnTo>
                  <a:pt x="429450" y="449859"/>
                </a:lnTo>
                <a:lnTo>
                  <a:pt x="466217" y="433095"/>
                </a:lnTo>
                <a:lnTo>
                  <a:pt x="564832" y="395325"/>
                </a:lnTo>
                <a:lnTo>
                  <a:pt x="596277" y="381571"/>
                </a:lnTo>
                <a:lnTo>
                  <a:pt x="623481" y="365366"/>
                </a:lnTo>
                <a:lnTo>
                  <a:pt x="651789" y="340309"/>
                </a:lnTo>
                <a:lnTo>
                  <a:pt x="673379" y="310197"/>
                </a:lnTo>
                <a:lnTo>
                  <a:pt x="687146" y="274040"/>
                </a:lnTo>
                <a:lnTo>
                  <a:pt x="691984" y="230822"/>
                </a:lnTo>
                <a:close/>
              </a:path>
              <a:path w="1169034" h="666115">
                <a:moveTo>
                  <a:pt x="1168844" y="76"/>
                </a:moveTo>
                <a:lnTo>
                  <a:pt x="938377" y="76"/>
                </a:lnTo>
                <a:lnTo>
                  <a:pt x="895108" y="4953"/>
                </a:lnTo>
                <a:lnTo>
                  <a:pt x="852944" y="18923"/>
                </a:lnTo>
                <a:lnTo>
                  <a:pt x="813447" y="41084"/>
                </a:lnTo>
                <a:lnTo>
                  <a:pt x="778179" y="70459"/>
                </a:lnTo>
                <a:lnTo>
                  <a:pt x="748842" y="105791"/>
                </a:lnTo>
                <a:lnTo>
                  <a:pt x="726719" y="145364"/>
                </a:lnTo>
                <a:lnTo>
                  <a:pt x="712762" y="187591"/>
                </a:lnTo>
                <a:lnTo>
                  <a:pt x="707910" y="230898"/>
                </a:lnTo>
                <a:lnTo>
                  <a:pt x="712190" y="265925"/>
                </a:lnTo>
                <a:lnTo>
                  <a:pt x="744664" y="328828"/>
                </a:lnTo>
                <a:lnTo>
                  <a:pt x="817143" y="385216"/>
                </a:lnTo>
                <a:lnTo>
                  <a:pt x="864235" y="406552"/>
                </a:lnTo>
                <a:lnTo>
                  <a:pt x="901115" y="419481"/>
                </a:lnTo>
                <a:lnTo>
                  <a:pt x="916038" y="423811"/>
                </a:lnTo>
                <a:lnTo>
                  <a:pt x="945908" y="435241"/>
                </a:lnTo>
                <a:lnTo>
                  <a:pt x="955700" y="440893"/>
                </a:lnTo>
                <a:lnTo>
                  <a:pt x="961555" y="447941"/>
                </a:lnTo>
                <a:lnTo>
                  <a:pt x="964374" y="455345"/>
                </a:lnTo>
                <a:lnTo>
                  <a:pt x="965123" y="462026"/>
                </a:lnTo>
                <a:lnTo>
                  <a:pt x="962367" y="469760"/>
                </a:lnTo>
                <a:lnTo>
                  <a:pt x="955535" y="474256"/>
                </a:lnTo>
                <a:lnTo>
                  <a:pt x="946823" y="476364"/>
                </a:lnTo>
                <a:lnTo>
                  <a:pt x="938377" y="476872"/>
                </a:lnTo>
                <a:lnTo>
                  <a:pt x="443420" y="476872"/>
                </a:lnTo>
                <a:lnTo>
                  <a:pt x="443420" y="666064"/>
                </a:lnTo>
                <a:lnTo>
                  <a:pt x="938377" y="666064"/>
                </a:lnTo>
                <a:lnTo>
                  <a:pt x="981773" y="661212"/>
                </a:lnTo>
                <a:lnTo>
                  <a:pt x="1023988" y="647255"/>
                </a:lnTo>
                <a:lnTo>
                  <a:pt x="1063472" y="625144"/>
                </a:lnTo>
                <a:lnTo>
                  <a:pt x="1098702" y="595820"/>
                </a:lnTo>
                <a:lnTo>
                  <a:pt x="1127975" y="560539"/>
                </a:lnTo>
                <a:lnTo>
                  <a:pt x="1150048" y="520992"/>
                </a:lnTo>
                <a:lnTo>
                  <a:pt x="1163980" y="478713"/>
                </a:lnTo>
                <a:lnTo>
                  <a:pt x="1168844" y="435241"/>
                </a:lnTo>
                <a:lnTo>
                  <a:pt x="1164602" y="400405"/>
                </a:lnTo>
                <a:lnTo>
                  <a:pt x="1132509" y="337489"/>
                </a:lnTo>
                <a:lnTo>
                  <a:pt x="1060513" y="280250"/>
                </a:lnTo>
                <a:lnTo>
                  <a:pt x="1013599" y="258267"/>
                </a:lnTo>
                <a:lnTo>
                  <a:pt x="976845" y="244843"/>
                </a:lnTo>
                <a:lnTo>
                  <a:pt x="960704" y="239966"/>
                </a:lnTo>
                <a:lnTo>
                  <a:pt x="961377" y="239979"/>
                </a:lnTo>
                <a:lnTo>
                  <a:pt x="924775" y="224574"/>
                </a:lnTo>
                <a:lnTo>
                  <a:pt x="911593" y="204419"/>
                </a:lnTo>
                <a:lnTo>
                  <a:pt x="914361" y="196672"/>
                </a:lnTo>
                <a:lnTo>
                  <a:pt x="921207" y="192074"/>
                </a:lnTo>
                <a:lnTo>
                  <a:pt x="929932" y="189852"/>
                </a:lnTo>
                <a:lnTo>
                  <a:pt x="938377" y="189280"/>
                </a:lnTo>
                <a:lnTo>
                  <a:pt x="1168844" y="189280"/>
                </a:lnTo>
                <a:lnTo>
                  <a:pt x="1168844" y="76"/>
                </a:lnTo>
                <a:close/>
              </a:path>
            </a:pathLst>
          </a:custGeom>
          <a:solidFill>
            <a:srgbClr val="581C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786140" y="585241"/>
            <a:ext cx="1823720" cy="565150"/>
          </a:xfrm>
          <a:custGeom>
            <a:avLst/>
            <a:gdLst/>
            <a:ahLst/>
            <a:cxnLst/>
            <a:rect l="l" t="t" r="r" b="b"/>
            <a:pathLst>
              <a:path w="1823720" h="565150">
                <a:moveTo>
                  <a:pt x="184188" y="86550"/>
                </a:moveTo>
                <a:lnTo>
                  <a:pt x="118732" y="86550"/>
                </a:lnTo>
                <a:lnTo>
                  <a:pt x="118681" y="185115"/>
                </a:lnTo>
                <a:lnTo>
                  <a:pt x="117436" y="193751"/>
                </a:lnTo>
                <a:lnTo>
                  <a:pt x="114300" y="201612"/>
                </a:lnTo>
                <a:lnTo>
                  <a:pt x="110667" y="205638"/>
                </a:lnTo>
                <a:lnTo>
                  <a:pt x="108369" y="208140"/>
                </a:lnTo>
                <a:lnTo>
                  <a:pt x="101930" y="212432"/>
                </a:lnTo>
                <a:lnTo>
                  <a:pt x="92278" y="212432"/>
                </a:lnTo>
                <a:lnTo>
                  <a:pt x="65811" y="180962"/>
                </a:lnTo>
                <a:lnTo>
                  <a:pt x="65811" y="86550"/>
                </a:lnTo>
                <a:lnTo>
                  <a:pt x="711" y="86550"/>
                </a:lnTo>
                <a:lnTo>
                  <a:pt x="800" y="190614"/>
                </a:lnTo>
                <a:lnTo>
                  <a:pt x="9232" y="228561"/>
                </a:lnTo>
                <a:lnTo>
                  <a:pt x="53594" y="260540"/>
                </a:lnTo>
                <a:lnTo>
                  <a:pt x="89776" y="264655"/>
                </a:lnTo>
                <a:lnTo>
                  <a:pt x="108534" y="263766"/>
                </a:lnTo>
                <a:lnTo>
                  <a:pt x="108356" y="263766"/>
                </a:lnTo>
                <a:lnTo>
                  <a:pt x="128003" y="260540"/>
                </a:lnTo>
                <a:lnTo>
                  <a:pt x="127723" y="260540"/>
                </a:lnTo>
                <a:lnTo>
                  <a:pt x="145745" y="254393"/>
                </a:lnTo>
                <a:lnTo>
                  <a:pt x="161658" y="244259"/>
                </a:lnTo>
                <a:lnTo>
                  <a:pt x="182765" y="205638"/>
                </a:lnTo>
                <a:lnTo>
                  <a:pt x="184124" y="190614"/>
                </a:lnTo>
                <a:lnTo>
                  <a:pt x="184188" y="86550"/>
                </a:lnTo>
                <a:close/>
              </a:path>
              <a:path w="1823720" h="565150">
                <a:moveTo>
                  <a:pt x="206006" y="559219"/>
                </a:moveTo>
                <a:lnTo>
                  <a:pt x="143319" y="494144"/>
                </a:lnTo>
                <a:lnTo>
                  <a:pt x="121958" y="471970"/>
                </a:lnTo>
                <a:lnTo>
                  <a:pt x="137147" y="455155"/>
                </a:lnTo>
                <a:lnTo>
                  <a:pt x="199212" y="386499"/>
                </a:lnTo>
                <a:lnTo>
                  <a:pt x="119811" y="386499"/>
                </a:lnTo>
                <a:lnTo>
                  <a:pt x="65087" y="455155"/>
                </a:lnTo>
                <a:lnTo>
                  <a:pt x="65087" y="291719"/>
                </a:lnTo>
                <a:lnTo>
                  <a:pt x="0" y="291719"/>
                </a:lnTo>
                <a:lnTo>
                  <a:pt x="0" y="559219"/>
                </a:lnTo>
                <a:lnTo>
                  <a:pt x="65087" y="559219"/>
                </a:lnTo>
                <a:lnTo>
                  <a:pt x="65087" y="494144"/>
                </a:lnTo>
                <a:lnTo>
                  <a:pt x="124815" y="559219"/>
                </a:lnTo>
                <a:lnTo>
                  <a:pt x="206006" y="559219"/>
                </a:lnTo>
                <a:close/>
              </a:path>
              <a:path w="1823720" h="565150">
                <a:moveTo>
                  <a:pt x="404152" y="145923"/>
                </a:moveTo>
                <a:lnTo>
                  <a:pt x="403796" y="136613"/>
                </a:lnTo>
                <a:lnTo>
                  <a:pt x="403212" y="129819"/>
                </a:lnTo>
                <a:lnTo>
                  <a:pt x="402285" y="124294"/>
                </a:lnTo>
                <a:lnTo>
                  <a:pt x="400926" y="119100"/>
                </a:lnTo>
                <a:lnTo>
                  <a:pt x="396455" y="108724"/>
                </a:lnTo>
                <a:lnTo>
                  <a:pt x="395795" y="107188"/>
                </a:lnTo>
                <a:lnTo>
                  <a:pt x="385864" y="94957"/>
                </a:lnTo>
                <a:lnTo>
                  <a:pt x="369697" y="85394"/>
                </a:lnTo>
                <a:lnTo>
                  <a:pt x="345846" y="81546"/>
                </a:lnTo>
                <a:lnTo>
                  <a:pt x="323430" y="84277"/>
                </a:lnTo>
                <a:lnTo>
                  <a:pt x="306501" y="91376"/>
                </a:lnTo>
                <a:lnTo>
                  <a:pt x="294144" y="100355"/>
                </a:lnTo>
                <a:lnTo>
                  <a:pt x="285407" y="108724"/>
                </a:lnTo>
                <a:lnTo>
                  <a:pt x="285483" y="107188"/>
                </a:lnTo>
                <a:lnTo>
                  <a:pt x="286473" y="86550"/>
                </a:lnTo>
                <a:lnTo>
                  <a:pt x="219595" y="86550"/>
                </a:lnTo>
                <a:lnTo>
                  <a:pt x="219595" y="259283"/>
                </a:lnTo>
                <a:lnTo>
                  <a:pt x="285407" y="259283"/>
                </a:lnTo>
                <a:lnTo>
                  <a:pt x="285407" y="171665"/>
                </a:lnTo>
                <a:lnTo>
                  <a:pt x="285559" y="166547"/>
                </a:lnTo>
                <a:lnTo>
                  <a:pt x="286880" y="158115"/>
                </a:lnTo>
                <a:lnTo>
                  <a:pt x="290690" y="148678"/>
                </a:lnTo>
                <a:lnTo>
                  <a:pt x="298284" y="140550"/>
                </a:lnTo>
                <a:lnTo>
                  <a:pt x="303999" y="136613"/>
                </a:lnTo>
                <a:lnTo>
                  <a:pt x="319735" y="136613"/>
                </a:lnTo>
                <a:lnTo>
                  <a:pt x="337972" y="171665"/>
                </a:lnTo>
                <a:lnTo>
                  <a:pt x="337972" y="259283"/>
                </a:lnTo>
                <a:lnTo>
                  <a:pt x="404152" y="259283"/>
                </a:lnTo>
                <a:lnTo>
                  <a:pt x="404152" y="145923"/>
                </a:lnTo>
                <a:close/>
              </a:path>
              <a:path w="1823720" h="565150">
                <a:moveTo>
                  <a:pt x="413092" y="474827"/>
                </a:moveTo>
                <a:lnTo>
                  <a:pt x="409117" y="445795"/>
                </a:lnTo>
                <a:lnTo>
                  <a:pt x="404329" y="435483"/>
                </a:lnTo>
                <a:lnTo>
                  <a:pt x="397446" y="420649"/>
                </a:lnTo>
                <a:lnTo>
                  <a:pt x="378383" y="400596"/>
                </a:lnTo>
                <a:lnTo>
                  <a:pt x="352285" y="386842"/>
                </a:lnTo>
                <a:lnTo>
                  <a:pt x="345846" y="385013"/>
                </a:lnTo>
                <a:lnTo>
                  <a:pt x="345846" y="464451"/>
                </a:lnTo>
                <a:lnTo>
                  <a:pt x="345770" y="473392"/>
                </a:lnTo>
                <a:lnTo>
                  <a:pt x="323672" y="508444"/>
                </a:lnTo>
                <a:lnTo>
                  <a:pt x="314375" y="510946"/>
                </a:lnTo>
                <a:lnTo>
                  <a:pt x="309372" y="510946"/>
                </a:lnTo>
                <a:lnTo>
                  <a:pt x="294106" y="508203"/>
                </a:lnTo>
                <a:lnTo>
                  <a:pt x="282498" y="500481"/>
                </a:lnTo>
                <a:lnTo>
                  <a:pt x="275120" y="488619"/>
                </a:lnTo>
                <a:lnTo>
                  <a:pt x="272529" y="473392"/>
                </a:lnTo>
                <a:lnTo>
                  <a:pt x="272656" y="472681"/>
                </a:lnTo>
                <a:lnTo>
                  <a:pt x="272770" y="471970"/>
                </a:lnTo>
                <a:lnTo>
                  <a:pt x="294551" y="438188"/>
                </a:lnTo>
                <a:lnTo>
                  <a:pt x="310083" y="435483"/>
                </a:lnTo>
                <a:lnTo>
                  <a:pt x="324129" y="437946"/>
                </a:lnTo>
                <a:lnTo>
                  <a:pt x="333959" y="443941"/>
                </a:lnTo>
                <a:lnTo>
                  <a:pt x="340156" y="451332"/>
                </a:lnTo>
                <a:lnTo>
                  <a:pt x="343344" y="458012"/>
                </a:lnTo>
                <a:lnTo>
                  <a:pt x="345846" y="464451"/>
                </a:lnTo>
                <a:lnTo>
                  <a:pt x="345846" y="385013"/>
                </a:lnTo>
                <a:lnTo>
                  <a:pt x="345287" y="384848"/>
                </a:lnTo>
                <a:lnTo>
                  <a:pt x="335699" y="382866"/>
                </a:lnTo>
                <a:lnTo>
                  <a:pt x="323773" y="381368"/>
                </a:lnTo>
                <a:lnTo>
                  <a:pt x="309727" y="380771"/>
                </a:lnTo>
                <a:lnTo>
                  <a:pt x="280657" y="383921"/>
                </a:lnTo>
                <a:lnTo>
                  <a:pt x="230162" y="409790"/>
                </a:lnTo>
                <a:lnTo>
                  <a:pt x="208495" y="446874"/>
                </a:lnTo>
                <a:lnTo>
                  <a:pt x="204571" y="475183"/>
                </a:lnTo>
                <a:lnTo>
                  <a:pt x="208292" y="502551"/>
                </a:lnTo>
                <a:lnTo>
                  <a:pt x="229323" y="537895"/>
                </a:lnTo>
                <a:lnTo>
                  <a:pt x="280123" y="563029"/>
                </a:lnTo>
                <a:lnTo>
                  <a:pt x="307225" y="564946"/>
                </a:lnTo>
                <a:lnTo>
                  <a:pt x="324281" y="564311"/>
                </a:lnTo>
                <a:lnTo>
                  <a:pt x="371957" y="549922"/>
                </a:lnTo>
                <a:lnTo>
                  <a:pt x="405371" y="510946"/>
                </a:lnTo>
                <a:lnTo>
                  <a:pt x="408724" y="504164"/>
                </a:lnTo>
                <a:lnTo>
                  <a:pt x="413092" y="474827"/>
                </a:lnTo>
                <a:close/>
              </a:path>
              <a:path w="1823720" h="565150">
                <a:moveTo>
                  <a:pt x="505714" y="86550"/>
                </a:moveTo>
                <a:lnTo>
                  <a:pt x="440270" y="86550"/>
                </a:lnTo>
                <a:lnTo>
                  <a:pt x="440270" y="259283"/>
                </a:lnTo>
                <a:lnTo>
                  <a:pt x="505714" y="259283"/>
                </a:lnTo>
                <a:lnTo>
                  <a:pt x="505714" y="86550"/>
                </a:lnTo>
                <a:close/>
              </a:path>
              <a:path w="1823720" h="565150">
                <a:moveTo>
                  <a:pt x="507504" y="35052"/>
                </a:moveTo>
                <a:lnTo>
                  <a:pt x="507441" y="34696"/>
                </a:lnTo>
                <a:lnTo>
                  <a:pt x="504748" y="21424"/>
                </a:lnTo>
                <a:lnTo>
                  <a:pt x="497230" y="10287"/>
                </a:lnTo>
                <a:lnTo>
                  <a:pt x="486003" y="2705"/>
                </a:lnTo>
                <a:lnTo>
                  <a:pt x="485800" y="2705"/>
                </a:lnTo>
                <a:lnTo>
                  <a:pt x="472452" y="0"/>
                </a:lnTo>
                <a:lnTo>
                  <a:pt x="440169" y="21132"/>
                </a:lnTo>
                <a:lnTo>
                  <a:pt x="437400" y="34696"/>
                </a:lnTo>
                <a:lnTo>
                  <a:pt x="437451" y="35052"/>
                </a:lnTo>
                <a:lnTo>
                  <a:pt x="438518" y="43738"/>
                </a:lnTo>
                <a:lnTo>
                  <a:pt x="468045" y="69735"/>
                </a:lnTo>
                <a:lnTo>
                  <a:pt x="472452" y="70104"/>
                </a:lnTo>
                <a:lnTo>
                  <a:pt x="485927" y="67335"/>
                </a:lnTo>
                <a:lnTo>
                  <a:pt x="497154" y="59728"/>
                </a:lnTo>
                <a:lnTo>
                  <a:pt x="504698" y="48679"/>
                </a:lnTo>
                <a:lnTo>
                  <a:pt x="507504" y="35052"/>
                </a:lnTo>
                <a:close/>
              </a:path>
              <a:path w="1823720" h="565150">
                <a:moveTo>
                  <a:pt x="639432" y="471601"/>
                </a:moveTo>
                <a:lnTo>
                  <a:pt x="619010" y="408089"/>
                </a:lnTo>
                <a:lnTo>
                  <a:pt x="572236" y="384314"/>
                </a:lnTo>
                <a:lnTo>
                  <a:pt x="572236" y="469099"/>
                </a:lnTo>
                <a:lnTo>
                  <a:pt x="572198" y="471970"/>
                </a:lnTo>
                <a:lnTo>
                  <a:pt x="571017" y="481609"/>
                </a:lnTo>
                <a:lnTo>
                  <a:pt x="565937" y="494182"/>
                </a:lnTo>
                <a:lnTo>
                  <a:pt x="554888" y="504952"/>
                </a:lnTo>
                <a:lnTo>
                  <a:pt x="535762" y="509511"/>
                </a:lnTo>
                <a:lnTo>
                  <a:pt x="522986" y="507784"/>
                </a:lnTo>
                <a:lnTo>
                  <a:pt x="498919" y="476262"/>
                </a:lnTo>
                <a:lnTo>
                  <a:pt x="498919" y="473036"/>
                </a:lnTo>
                <a:lnTo>
                  <a:pt x="501777" y="458000"/>
                </a:lnTo>
                <a:lnTo>
                  <a:pt x="509651" y="446836"/>
                </a:lnTo>
                <a:lnTo>
                  <a:pt x="521550" y="439851"/>
                </a:lnTo>
                <a:lnTo>
                  <a:pt x="536473" y="437273"/>
                </a:lnTo>
                <a:lnTo>
                  <a:pt x="542353" y="437578"/>
                </a:lnTo>
                <a:lnTo>
                  <a:pt x="572236" y="469099"/>
                </a:lnTo>
                <a:lnTo>
                  <a:pt x="572236" y="384314"/>
                </a:lnTo>
                <a:lnTo>
                  <a:pt x="558292" y="381482"/>
                </a:lnTo>
                <a:lnTo>
                  <a:pt x="541769" y="382651"/>
                </a:lnTo>
                <a:lnTo>
                  <a:pt x="528523" y="386003"/>
                </a:lnTo>
                <a:lnTo>
                  <a:pt x="518363" y="390486"/>
                </a:lnTo>
                <a:lnTo>
                  <a:pt x="511086" y="395071"/>
                </a:lnTo>
                <a:lnTo>
                  <a:pt x="507504" y="397573"/>
                </a:lnTo>
                <a:lnTo>
                  <a:pt x="501065" y="403301"/>
                </a:lnTo>
                <a:lnTo>
                  <a:pt x="501002" y="381482"/>
                </a:lnTo>
                <a:lnTo>
                  <a:pt x="500710" y="291719"/>
                </a:lnTo>
                <a:lnTo>
                  <a:pt x="439915" y="291719"/>
                </a:lnTo>
                <a:lnTo>
                  <a:pt x="439915" y="559219"/>
                </a:lnTo>
                <a:lnTo>
                  <a:pt x="502500" y="559219"/>
                </a:lnTo>
                <a:lnTo>
                  <a:pt x="501421" y="541337"/>
                </a:lnTo>
                <a:lnTo>
                  <a:pt x="509574" y="548894"/>
                </a:lnTo>
                <a:lnTo>
                  <a:pt x="520788" y="556450"/>
                </a:lnTo>
                <a:lnTo>
                  <a:pt x="536079" y="562267"/>
                </a:lnTo>
                <a:lnTo>
                  <a:pt x="556501" y="564591"/>
                </a:lnTo>
                <a:lnTo>
                  <a:pt x="582307" y="560768"/>
                </a:lnTo>
                <a:lnTo>
                  <a:pt x="601662" y="551446"/>
                </a:lnTo>
                <a:lnTo>
                  <a:pt x="613498" y="541337"/>
                </a:lnTo>
                <a:lnTo>
                  <a:pt x="615251" y="539851"/>
                </a:lnTo>
                <a:lnTo>
                  <a:pt x="637387" y="495477"/>
                </a:lnTo>
                <a:lnTo>
                  <a:pt x="639356" y="476262"/>
                </a:lnTo>
                <a:lnTo>
                  <a:pt x="639432" y="471601"/>
                </a:lnTo>
                <a:close/>
              </a:path>
              <a:path w="1823720" h="565150">
                <a:moveTo>
                  <a:pt x="732828" y="292074"/>
                </a:moveTo>
                <a:lnTo>
                  <a:pt x="667372" y="292074"/>
                </a:lnTo>
                <a:lnTo>
                  <a:pt x="667372" y="559219"/>
                </a:lnTo>
                <a:lnTo>
                  <a:pt x="732828" y="559219"/>
                </a:lnTo>
                <a:lnTo>
                  <a:pt x="732828" y="292074"/>
                </a:lnTo>
                <a:close/>
              </a:path>
              <a:path w="1823720" h="565150">
                <a:moveTo>
                  <a:pt x="732828" y="86550"/>
                </a:moveTo>
                <a:lnTo>
                  <a:pt x="664159" y="86550"/>
                </a:lnTo>
                <a:lnTo>
                  <a:pt x="626960" y="174879"/>
                </a:lnTo>
                <a:lnTo>
                  <a:pt x="587616" y="86550"/>
                </a:lnTo>
                <a:lnTo>
                  <a:pt x="518591" y="86550"/>
                </a:lnTo>
                <a:lnTo>
                  <a:pt x="601205" y="259283"/>
                </a:lnTo>
                <a:lnTo>
                  <a:pt x="651637" y="259283"/>
                </a:lnTo>
                <a:lnTo>
                  <a:pt x="691311" y="174879"/>
                </a:lnTo>
                <a:lnTo>
                  <a:pt x="732828" y="86550"/>
                </a:lnTo>
                <a:close/>
              </a:path>
              <a:path w="1823720" h="565150">
                <a:moveTo>
                  <a:pt x="927392" y="188112"/>
                </a:moveTo>
                <a:lnTo>
                  <a:pt x="924064" y="149593"/>
                </a:lnTo>
                <a:lnTo>
                  <a:pt x="919162" y="134391"/>
                </a:lnTo>
                <a:lnTo>
                  <a:pt x="915136" y="126250"/>
                </a:lnTo>
                <a:lnTo>
                  <a:pt x="879094" y="91389"/>
                </a:lnTo>
                <a:lnTo>
                  <a:pt x="861936" y="85064"/>
                </a:lnTo>
                <a:lnTo>
                  <a:pt x="861936" y="150571"/>
                </a:lnTo>
                <a:lnTo>
                  <a:pt x="795058" y="150571"/>
                </a:lnTo>
                <a:lnTo>
                  <a:pt x="828675" y="126250"/>
                </a:lnTo>
                <a:lnTo>
                  <a:pt x="837120" y="127127"/>
                </a:lnTo>
                <a:lnTo>
                  <a:pt x="859904" y="144843"/>
                </a:lnTo>
                <a:lnTo>
                  <a:pt x="860501" y="146634"/>
                </a:lnTo>
                <a:lnTo>
                  <a:pt x="861936" y="150571"/>
                </a:lnTo>
                <a:lnTo>
                  <a:pt x="861936" y="85064"/>
                </a:lnTo>
                <a:lnTo>
                  <a:pt x="859066" y="83997"/>
                </a:lnTo>
                <a:lnTo>
                  <a:pt x="858888" y="83997"/>
                </a:lnTo>
                <a:lnTo>
                  <a:pt x="841946" y="81267"/>
                </a:lnTo>
                <a:lnTo>
                  <a:pt x="800798" y="83997"/>
                </a:lnTo>
                <a:lnTo>
                  <a:pt x="761949" y="102400"/>
                </a:lnTo>
                <a:lnTo>
                  <a:pt x="735063" y="141401"/>
                </a:lnTo>
                <a:lnTo>
                  <a:pt x="730770" y="172186"/>
                </a:lnTo>
                <a:lnTo>
                  <a:pt x="730834" y="174879"/>
                </a:lnTo>
                <a:lnTo>
                  <a:pt x="749808" y="234289"/>
                </a:lnTo>
                <a:lnTo>
                  <a:pt x="785037" y="258572"/>
                </a:lnTo>
                <a:lnTo>
                  <a:pt x="822210" y="264909"/>
                </a:lnTo>
                <a:lnTo>
                  <a:pt x="829843" y="264909"/>
                </a:lnTo>
                <a:lnTo>
                  <a:pt x="864235" y="260616"/>
                </a:lnTo>
                <a:lnTo>
                  <a:pt x="890193" y="249491"/>
                </a:lnTo>
                <a:lnTo>
                  <a:pt x="908100" y="234683"/>
                </a:lnTo>
                <a:lnTo>
                  <a:pt x="917879" y="221018"/>
                </a:lnTo>
                <a:lnTo>
                  <a:pt x="919162" y="219227"/>
                </a:lnTo>
                <a:lnTo>
                  <a:pt x="922731" y="212788"/>
                </a:lnTo>
                <a:lnTo>
                  <a:pt x="925245" y="205638"/>
                </a:lnTo>
                <a:lnTo>
                  <a:pt x="856208" y="205638"/>
                </a:lnTo>
                <a:lnTo>
                  <a:pt x="853020" y="210604"/>
                </a:lnTo>
                <a:lnTo>
                  <a:pt x="847852" y="215607"/>
                </a:lnTo>
                <a:lnTo>
                  <a:pt x="840066" y="219468"/>
                </a:lnTo>
                <a:lnTo>
                  <a:pt x="829030" y="221018"/>
                </a:lnTo>
                <a:lnTo>
                  <a:pt x="811784" y="217093"/>
                </a:lnTo>
                <a:lnTo>
                  <a:pt x="801268" y="207835"/>
                </a:lnTo>
                <a:lnTo>
                  <a:pt x="795794" y="197027"/>
                </a:lnTo>
                <a:lnTo>
                  <a:pt x="793623" y="188480"/>
                </a:lnTo>
                <a:lnTo>
                  <a:pt x="927392" y="188112"/>
                </a:lnTo>
                <a:close/>
              </a:path>
              <a:path w="1823720" h="565150">
                <a:moveTo>
                  <a:pt x="957427" y="488061"/>
                </a:moveTo>
                <a:lnTo>
                  <a:pt x="954112" y="449541"/>
                </a:lnTo>
                <a:lnTo>
                  <a:pt x="949210" y="434340"/>
                </a:lnTo>
                <a:lnTo>
                  <a:pt x="945184" y="426186"/>
                </a:lnTo>
                <a:lnTo>
                  <a:pt x="909129" y="391337"/>
                </a:lnTo>
                <a:lnTo>
                  <a:pt x="891984" y="385000"/>
                </a:lnTo>
                <a:lnTo>
                  <a:pt x="891984" y="450507"/>
                </a:lnTo>
                <a:lnTo>
                  <a:pt x="825093" y="450507"/>
                </a:lnTo>
                <a:lnTo>
                  <a:pt x="858723" y="426186"/>
                </a:lnTo>
                <a:lnTo>
                  <a:pt x="867168" y="427075"/>
                </a:lnTo>
                <a:lnTo>
                  <a:pt x="889952" y="444779"/>
                </a:lnTo>
                <a:lnTo>
                  <a:pt x="890549" y="446570"/>
                </a:lnTo>
                <a:lnTo>
                  <a:pt x="891984" y="450507"/>
                </a:lnTo>
                <a:lnTo>
                  <a:pt x="891984" y="385000"/>
                </a:lnTo>
                <a:lnTo>
                  <a:pt x="889114" y="383933"/>
                </a:lnTo>
                <a:lnTo>
                  <a:pt x="888936" y="383933"/>
                </a:lnTo>
                <a:lnTo>
                  <a:pt x="871994" y="381203"/>
                </a:lnTo>
                <a:lnTo>
                  <a:pt x="830846" y="383933"/>
                </a:lnTo>
                <a:lnTo>
                  <a:pt x="791997" y="402348"/>
                </a:lnTo>
                <a:lnTo>
                  <a:pt x="765098" y="441337"/>
                </a:lnTo>
                <a:lnTo>
                  <a:pt x="760717" y="473748"/>
                </a:lnTo>
                <a:lnTo>
                  <a:pt x="766102" y="509473"/>
                </a:lnTo>
                <a:lnTo>
                  <a:pt x="797636" y="549948"/>
                </a:lnTo>
                <a:lnTo>
                  <a:pt x="841768" y="564146"/>
                </a:lnTo>
                <a:lnTo>
                  <a:pt x="852246" y="564845"/>
                </a:lnTo>
                <a:lnTo>
                  <a:pt x="859878" y="564845"/>
                </a:lnTo>
                <a:lnTo>
                  <a:pt x="894283" y="560565"/>
                </a:lnTo>
                <a:lnTo>
                  <a:pt x="920229" y="549440"/>
                </a:lnTo>
                <a:lnTo>
                  <a:pt x="938136" y="534619"/>
                </a:lnTo>
                <a:lnTo>
                  <a:pt x="947928" y="520954"/>
                </a:lnTo>
                <a:lnTo>
                  <a:pt x="949210" y="519176"/>
                </a:lnTo>
                <a:lnTo>
                  <a:pt x="952779" y="512737"/>
                </a:lnTo>
                <a:lnTo>
                  <a:pt x="955281" y="505587"/>
                </a:lnTo>
                <a:lnTo>
                  <a:pt x="886256" y="505587"/>
                </a:lnTo>
                <a:lnTo>
                  <a:pt x="883069" y="510552"/>
                </a:lnTo>
                <a:lnTo>
                  <a:pt x="877900" y="515543"/>
                </a:lnTo>
                <a:lnTo>
                  <a:pt x="870115" y="519404"/>
                </a:lnTo>
                <a:lnTo>
                  <a:pt x="859078" y="520954"/>
                </a:lnTo>
                <a:lnTo>
                  <a:pt x="841819" y="517029"/>
                </a:lnTo>
                <a:lnTo>
                  <a:pt x="831316" y="507771"/>
                </a:lnTo>
                <a:lnTo>
                  <a:pt x="825830" y="496976"/>
                </a:lnTo>
                <a:lnTo>
                  <a:pt x="823671" y="488416"/>
                </a:lnTo>
                <a:lnTo>
                  <a:pt x="957427" y="488061"/>
                </a:lnTo>
                <a:close/>
              </a:path>
              <a:path w="1823720" h="565150">
                <a:moveTo>
                  <a:pt x="1088326" y="87261"/>
                </a:moveTo>
                <a:lnTo>
                  <a:pt x="1081176" y="85839"/>
                </a:lnTo>
                <a:lnTo>
                  <a:pt x="1075461" y="84404"/>
                </a:lnTo>
                <a:lnTo>
                  <a:pt x="1067943" y="84404"/>
                </a:lnTo>
                <a:lnTo>
                  <a:pt x="1051699" y="86550"/>
                </a:lnTo>
                <a:lnTo>
                  <a:pt x="1051445" y="86550"/>
                </a:lnTo>
                <a:lnTo>
                  <a:pt x="1037628" y="91782"/>
                </a:lnTo>
                <a:lnTo>
                  <a:pt x="1027303" y="97828"/>
                </a:lnTo>
                <a:lnTo>
                  <a:pt x="1020737" y="102641"/>
                </a:lnTo>
                <a:lnTo>
                  <a:pt x="1018235" y="104432"/>
                </a:lnTo>
                <a:lnTo>
                  <a:pt x="1013942" y="108013"/>
                </a:lnTo>
                <a:lnTo>
                  <a:pt x="1014056" y="104432"/>
                </a:lnTo>
                <a:lnTo>
                  <a:pt x="1014120" y="102641"/>
                </a:lnTo>
                <a:lnTo>
                  <a:pt x="1014653" y="86550"/>
                </a:lnTo>
                <a:lnTo>
                  <a:pt x="951344" y="86550"/>
                </a:lnTo>
                <a:lnTo>
                  <a:pt x="951344" y="259283"/>
                </a:lnTo>
                <a:lnTo>
                  <a:pt x="1016800" y="259283"/>
                </a:lnTo>
                <a:lnTo>
                  <a:pt x="1016800" y="181673"/>
                </a:lnTo>
                <a:lnTo>
                  <a:pt x="1017155" y="168808"/>
                </a:lnTo>
                <a:lnTo>
                  <a:pt x="1018590" y="163436"/>
                </a:lnTo>
                <a:lnTo>
                  <a:pt x="1021803" y="157721"/>
                </a:lnTo>
                <a:lnTo>
                  <a:pt x="1024661" y="152349"/>
                </a:lnTo>
                <a:lnTo>
                  <a:pt x="1027531" y="150202"/>
                </a:lnTo>
                <a:lnTo>
                  <a:pt x="1029677" y="148424"/>
                </a:lnTo>
                <a:lnTo>
                  <a:pt x="1037577" y="144487"/>
                </a:lnTo>
                <a:lnTo>
                  <a:pt x="1045413" y="142468"/>
                </a:lnTo>
                <a:lnTo>
                  <a:pt x="1052830" y="141630"/>
                </a:lnTo>
                <a:lnTo>
                  <a:pt x="1055789" y="141630"/>
                </a:lnTo>
                <a:lnTo>
                  <a:pt x="1062482" y="141871"/>
                </a:lnTo>
                <a:lnTo>
                  <a:pt x="1069378" y="142786"/>
                </a:lnTo>
                <a:lnTo>
                  <a:pt x="1077607" y="144640"/>
                </a:lnTo>
                <a:lnTo>
                  <a:pt x="1088326" y="147701"/>
                </a:lnTo>
                <a:lnTo>
                  <a:pt x="1088326" y="141630"/>
                </a:lnTo>
                <a:lnTo>
                  <a:pt x="1088326" y="108013"/>
                </a:lnTo>
                <a:lnTo>
                  <a:pt x="1088326" y="87261"/>
                </a:lnTo>
                <a:close/>
              </a:path>
              <a:path w="1823720" h="565150">
                <a:moveTo>
                  <a:pt x="1164869" y="445858"/>
                </a:moveTo>
                <a:lnTo>
                  <a:pt x="1156512" y="407136"/>
                </a:lnTo>
                <a:lnTo>
                  <a:pt x="1106563" y="381482"/>
                </a:lnTo>
                <a:lnTo>
                  <a:pt x="1084148" y="384225"/>
                </a:lnTo>
                <a:lnTo>
                  <a:pt x="1067219" y="391325"/>
                </a:lnTo>
                <a:lnTo>
                  <a:pt x="1054862" y="400291"/>
                </a:lnTo>
                <a:lnTo>
                  <a:pt x="1046124" y="408660"/>
                </a:lnTo>
                <a:lnTo>
                  <a:pt x="1046200" y="407136"/>
                </a:lnTo>
                <a:lnTo>
                  <a:pt x="1047191" y="386499"/>
                </a:lnTo>
                <a:lnTo>
                  <a:pt x="980313" y="386499"/>
                </a:lnTo>
                <a:lnTo>
                  <a:pt x="980313" y="559219"/>
                </a:lnTo>
                <a:lnTo>
                  <a:pt x="1046124" y="559219"/>
                </a:lnTo>
                <a:lnTo>
                  <a:pt x="1046124" y="471601"/>
                </a:lnTo>
                <a:lnTo>
                  <a:pt x="1046276" y="466496"/>
                </a:lnTo>
                <a:lnTo>
                  <a:pt x="1047597" y="458063"/>
                </a:lnTo>
                <a:lnTo>
                  <a:pt x="1051407" y="448627"/>
                </a:lnTo>
                <a:lnTo>
                  <a:pt x="1059002" y="440499"/>
                </a:lnTo>
                <a:lnTo>
                  <a:pt x="1064717" y="436562"/>
                </a:lnTo>
                <a:lnTo>
                  <a:pt x="1080465" y="436562"/>
                </a:lnTo>
                <a:lnTo>
                  <a:pt x="1098702" y="471601"/>
                </a:lnTo>
                <a:lnTo>
                  <a:pt x="1098702" y="559219"/>
                </a:lnTo>
                <a:lnTo>
                  <a:pt x="1164869" y="559219"/>
                </a:lnTo>
                <a:lnTo>
                  <a:pt x="1164869" y="445858"/>
                </a:lnTo>
                <a:close/>
              </a:path>
              <a:path w="1823720" h="565150">
                <a:moveTo>
                  <a:pt x="1239621" y="201701"/>
                </a:moveTo>
                <a:lnTo>
                  <a:pt x="1239532" y="193548"/>
                </a:lnTo>
                <a:lnTo>
                  <a:pt x="1237830" y="187045"/>
                </a:lnTo>
                <a:lnTo>
                  <a:pt x="1236751" y="184543"/>
                </a:lnTo>
                <a:lnTo>
                  <a:pt x="1236040" y="181673"/>
                </a:lnTo>
                <a:lnTo>
                  <a:pt x="1195451" y="155270"/>
                </a:lnTo>
                <a:lnTo>
                  <a:pt x="1173454" y="150202"/>
                </a:lnTo>
                <a:lnTo>
                  <a:pt x="1164158" y="147701"/>
                </a:lnTo>
                <a:lnTo>
                  <a:pt x="1164158" y="138404"/>
                </a:lnTo>
                <a:lnTo>
                  <a:pt x="1165580" y="134823"/>
                </a:lnTo>
                <a:lnTo>
                  <a:pt x="1170597" y="133032"/>
                </a:lnTo>
                <a:lnTo>
                  <a:pt x="1174165" y="131610"/>
                </a:lnTo>
                <a:lnTo>
                  <a:pt x="1178814" y="131610"/>
                </a:lnTo>
                <a:lnTo>
                  <a:pt x="1191806" y="133032"/>
                </a:lnTo>
                <a:lnTo>
                  <a:pt x="1203579" y="136309"/>
                </a:lnTo>
                <a:lnTo>
                  <a:pt x="1212811" y="139903"/>
                </a:lnTo>
                <a:lnTo>
                  <a:pt x="1218158" y="142341"/>
                </a:lnTo>
                <a:lnTo>
                  <a:pt x="1221130" y="131610"/>
                </a:lnTo>
                <a:lnTo>
                  <a:pt x="1231747" y="93345"/>
                </a:lnTo>
                <a:lnTo>
                  <a:pt x="1186878" y="82384"/>
                </a:lnTo>
                <a:lnTo>
                  <a:pt x="1170584" y="81546"/>
                </a:lnTo>
                <a:lnTo>
                  <a:pt x="1162367" y="81724"/>
                </a:lnTo>
                <a:lnTo>
                  <a:pt x="1121232" y="96570"/>
                </a:lnTo>
                <a:lnTo>
                  <a:pt x="1101471" y="132473"/>
                </a:lnTo>
                <a:lnTo>
                  <a:pt x="1100848" y="140906"/>
                </a:lnTo>
                <a:lnTo>
                  <a:pt x="1105027" y="161607"/>
                </a:lnTo>
                <a:lnTo>
                  <a:pt x="1136967" y="187756"/>
                </a:lnTo>
                <a:lnTo>
                  <a:pt x="1165682" y="193548"/>
                </a:lnTo>
                <a:lnTo>
                  <a:pt x="1171651" y="195630"/>
                </a:lnTo>
                <a:lnTo>
                  <a:pt x="1175232" y="197777"/>
                </a:lnTo>
                <a:lnTo>
                  <a:pt x="1175473" y="199923"/>
                </a:lnTo>
                <a:lnTo>
                  <a:pt x="1175588" y="204927"/>
                </a:lnTo>
                <a:lnTo>
                  <a:pt x="1174165" y="209931"/>
                </a:lnTo>
                <a:lnTo>
                  <a:pt x="1168793" y="212077"/>
                </a:lnTo>
                <a:lnTo>
                  <a:pt x="1164158" y="214223"/>
                </a:lnTo>
                <a:lnTo>
                  <a:pt x="1159497" y="213868"/>
                </a:lnTo>
                <a:lnTo>
                  <a:pt x="1158074" y="213868"/>
                </a:lnTo>
                <a:lnTo>
                  <a:pt x="1143342" y="212267"/>
                </a:lnTo>
                <a:lnTo>
                  <a:pt x="1104785" y="196342"/>
                </a:lnTo>
                <a:lnTo>
                  <a:pt x="1090117" y="248907"/>
                </a:lnTo>
                <a:lnTo>
                  <a:pt x="1137818" y="263169"/>
                </a:lnTo>
                <a:lnTo>
                  <a:pt x="1158074" y="264655"/>
                </a:lnTo>
                <a:lnTo>
                  <a:pt x="1169162" y="264655"/>
                </a:lnTo>
                <a:lnTo>
                  <a:pt x="1207249" y="254635"/>
                </a:lnTo>
                <a:lnTo>
                  <a:pt x="1234782" y="224904"/>
                </a:lnTo>
                <a:lnTo>
                  <a:pt x="1238110" y="214223"/>
                </a:lnTo>
                <a:lnTo>
                  <a:pt x="1238224" y="213868"/>
                </a:lnTo>
                <a:lnTo>
                  <a:pt x="1238377" y="213385"/>
                </a:lnTo>
                <a:lnTo>
                  <a:pt x="1238491" y="212267"/>
                </a:lnTo>
                <a:lnTo>
                  <a:pt x="1238516" y="212077"/>
                </a:lnTo>
                <a:lnTo>
                  <a:pt x="1239621" y="201701"/>
                </a:lnTo>
                <a:close/>
              </a:path>
              <a:path w="1823720" h="565150">
                <a:moveTo>
                  <a:pt x="1329385" y="86550"/>
                </a:moveTo>
                <a:lnTo>
                  <a:pt x="1263929" y="86550"/>
                </a:lnTo>
                <a:lnTo>
                  <a:pt x="1263929" y="259283"/>
                </a:lnTo>
                <a:lnTo>
                  <a:pt x="1329385" y="259283"/>
                </a:lnTo>
                <a:lnTo>
                  <a:pt x="1329385" y="86550"/>
                </a:lnTo>
                <a:close/>
              </a:path>
              <a:path w="1823720" h="565150">
                <a:moveTo>
                  <a:pt x="1331163" y="35052"/>
                </a:moveTo>
                <a:lnTo>
                  <a:pt x="1331099" y="34696"/>
                </a:lnTo>
                <a:lnTo>
                  <a:pt x="1328407" y="21424"/>
                </a:lnTo>
                <a:lnTo>
                  <a:pt x="1320888" y="10287"/>
                </a:lnTo>
                <a:lnTo>
                  <a:pt x="1309662" y="2705"/>
                </a:lnTo>
                <a:lnTo>
                  <a:pt x="1309471" y="2705"/>
                </a:lnTo>
                <a:lnTo>
                  <a:pt x="1296123" y="0"/>
                </a:lnTo>
                <a:lnTo>
                  <a:pt x="1263827" y="21132"/>
                </a:lnTo>
                <a:lnTo>
                  <a:pt x="1263777" y="21424"/>
                </a:lnTo>
                <a:lnTo>
                  <a:pt x="1261071" y="34696"/>
                </a:lnTo>
                <a:lnTo>
                  <a:pt x="1285481" y="68262"/>
                </a:lnTo>
                <a:lnTo>
                  <a:pt x="1296123" y="70104"/>
                </a:lnTo>
                <a:lnTo>
                  <a:pt x="1309598" y="67335"/>
                </a:lnTo>
                <a:lnTo>
                  <a:pt x="1320812" y="59728"/>
                </a:lnTo>
                <a:lnTo>
                  <a:pt x="1328356" y="48679"/>
                </a:lnTo>
                <a:lnTo>
                  <a:pt x="1331163" y="35052"/>
                </a:lnTo>
                <a:close/>
              </a:path>
              <a:path w="1823720" h="565150">
                <a:moveTo>
                  <a:pt x="1360144" y="386499"/>
                </a:moveTo>
                <a:lnTo>
                  <a:pt x="1197775" y="386499"/>
                </a:lnTo>
                <a:lnTo>
                  <a:pt x="1197775" y="438708"/>
                </a:lnTo>
                <a:lnTo>
                  <a:pt x="1258925" y="438708"/>
                </a:lnTo>
                <a:lnTo>
                  <a:pt x="1178090" y="559219"/>
                </a:lnTo>
                <a:lnTo>
                  <a:pt x="1354416" y="559219"/>
                </a:lnTo>
                <a:lnTo>
                  <a:pt x="1354416" y="508088"/>
                </a:lnTo>
                <a:lnTo>
                  <a:pt x="1278597" y="508088"/>
                </a:lnTo>
                <a:lnTo>
                  <a:pt x="1360144" y="386499"/>
                </a:lnTo>
                <a:close/>
              </a:path>
              <a:path w="1823720" h="565150">
                <a:moveTo>
                  <a:pt x="1472806" y="86550"/>
                </a:moveTo>
                <a:lnTo>
                  <a:pt x="1437754" y="86550"/>
                </a:lnTo>
                <a:lnTo>
                  <a:pt x="1437754" y="40411"/>
                </a:lnTo>
                <a:lnTo>
                  <a:pt x="1372654" y="40411"/>
                </a:lnTo>
                <a:lnTo>
                  <a:pt x="1372654" y="86550"/>
                </a:lnTo>
                <a:lnTo>
                  <a:pt x="1348333" y="86550"/>
                </a:lnTo>
                <a:lnTo>
                  <a:pt x="1348333" y="130175"/>
                </a:lnTo>
                <a:lnTo>
                  <a:pt x="1372654" y="130175"/>
                </a:lnTo>
                <a:lnTo>
                  <a:pt x="1372654" y="259283"/>
                </a:lnTo>
                <a:lnTo>
                  <a:pt x="1437754" y="259283"/>
                </a:lnTo>
                <a:lnTo>
                  <a:pt x="1437754" y="130175"/>
                </a:lnTo>
                <a:lnTo>
                  <a:pt x="1472806" y="130175"/>
                </a:lnTo>
                <a:lnTo>
                  <a:pt x="1472806" y="86550"/>
                </a:lnTo>
                <a:close/>
              </a:path>
              <a:path w="1823720" h="565150">
                <a:moveTo>
                  <a:pt x="1573657" y="32194"/>
                </a:moveTo>
                <a:lnTo>
                  <a:pt x="1571142" y="19977"/>
                </a:lnTo>
                <a:lnTo>
                  <a:pt x="1564309" y="9842"/>
                </a:lnTo>
                <a:lnTo>
                  <a:pt x="1554035" y="2819"/>
                </a:lnTo>
                <a:lnTo>
                  <a:pt x="1553705" y="2819"/>
                </a:lnTo>
                <a:lnTo>
                  <a:pt x="1541818" y="368"/>
                </a:lnTo>
                <a:lnTo>
                  <a:pt x="1509636" y="32194"/>
                </a:lnTo>
                <a:lnTo>
                  <a:pt x="1509636" y="36487"/>
                </a:lnTo>
                <a:lnTo>
                  <a:pt x="1510703" y="46494"/>
                </a:lnTo>
                <a:lnTo>
                  <a:pt x="1527162" y="62941"/>
                </a:lnTo>
                <a:lnTo>
                  <a:pt x="1537525" y="64020"/>
                </a:lnTo>
                <a:lnTo>
                  <a:pt x="1541462" y="64020"/>
                </a:lnTo>
                <a:lnTo>
                  <a:pt x="1553832" y="61556"/>
                </a:lnTo>
                <a:lnTo>
                  <a:pt x="1564055" y="54724"/>
                </a:lnTo>
                <a:lnTo>
                  <a:pt x="1570939" y="44704"/>
                </a:lnTo>
                <a:lnTo>
                  <a:pt x="1573657" y="32194"/>
                </a:lnTo>
                <a:close/>
              </a:path>
              <a:path w="1823720" h="565150">
                <a:moveTo>
                  <a:pt x="1665566" y="32194"/>
                </a:moveTo>
                <a:lnTo>
                  <a:pt x="1663115" y="19977"/>
                </a:lnTo>
                <a:lnTo>
                  <a:pt x="1656359" y="9842"/>
                </a:lnTo>
                <a:lnTo>
                  <a:pt x="1646110" y="2819"/>
                </a:lnTo>
                <a:lnTo>
                  <a:pt x="1645767" y="2819"/>
                </a:lnTo>
                <a:lnTo>
                  <a:pt x="1633740" y="368"/>
                </a:lnTo>
                <a:lnTo>
                  <a:pt x="1601914" y="32194"/>
                </a:lnTo>
                <a:lnTo>
                  <a:pt x="1601914" y="36487"/>
                </a:lnTo>
                <a:lnTo>
                  <a:pt x="1602981" y="46494"/>
                </a:lnTo>
                <a:lnTo>
                  <a:pt x="1619427" y="62941"/>
                </a:lnTo>
                <a:lnTo>
                  <a:pt x="1629803" y="64020"/>
                </a:lnTo>
                <a:lnTo>
                  <a:pt x="1633740" y="64020"/>
                </a:lnTo>
                <a:lnTo>
                  <a:pt x="1645958" y="61556"/>
                </a:lnTo>
                <a:lnTo>
                  <a:pt x="1656156" y="54724"/>
                </a:lnTo>
                <a:lnTo>
                  <a:pt x="1663014" y="44704"/>
                </a:lnTo>
                <a:lnTo>
                  <a:pt x="1665566" y="32194"/>
                </a:lnTo>
                <a:close/>
              </a:path>
              <a:path w="1823720" h="565150">
                <a:moveTo>
                  <a:pt x="1680235" y="86550"/>
                </a:moveTo>
                <a:lnTo>
                  <a:pt x="1619796" y="86550"/>
                </a:lnTo>
                <a:lnTo>
                  <a:pt x="1619796" y="170230"/>
                </a:lnTo>
                <a:lnTo>
                  <a:pt x="1619796" y="172377"/>
                </a:lnTo>
                <a:lnTo>
                  <a:pt x="1599044" y="207429"/>
                </a:lnTo>
                <a:lnTo>
                  <a:pt x="1592605" y="210286"/>
                </a:lnTo>
                <a:lnTo>
                  <a:pt x="1583309" y="210286"/>
                </a:lnTo>
                <a:lnTo>
                  <a:pt x="1549692" y="190627"/>
                </a:lnTo>
                <a:lnTo>
                  <a:pt x="1546834" y="183464"/>
                </a:lnTo>
                <a:lnTo>
                  <a:pt x="1546834" y="174167"/>
                </a:lnTo>
                <a:lnTo>
                  <a:pt x="1569364" y="138760"/>
                </a:lnTo>
                <a:lnTo>
                  <a:pt x="1575092" y="136613"/>
                </a:lnTo>
                <a:lnTo>
                  <a:pt x="1584020" y="136613"/>
                </a:lnTo>
                <a:lnTo>
                  <a:pt x="1597698" y="138760"/>
                </a:lnTo>
                <a:lnTo>
                  <a:pt x="1597939" y="138760"/>
                </a:lnTo>
                <a:lnTo>
                  <a:pt x="1619796" y="170230"/>
                </a:lnTo>
                <a:lnTo>
                  <a:pt x="1619796" y="86550"/>
                </a:lnTo>
                <a:lnTo>
                  <a:pt x="1613357" y="86550"/>
                </a:lnTo>
                <a:lnTo>
                  <a:pt x="1614424" y="103352"/>
                </a:lnTo>
                <a:lnTo>
                  <a:pt x="1608353" y="97637"/>
                </a:lnTo>
                <a:lnTo>
                  <a:pt x="1606562" y="95846"/>
                </a:lnTo>
                <a:lnTo>
                  <a:pt x="1602625" y="93345"/>
                </a:lnTo>
                <a:lnTo>
                  <a:pt x="1589925" y="86550"/>
                </a:lnTo>
                <a:lnTo>
                  <a:pt x="1589735" y="86550"/>
                </a:lnTo>
                <a:lnTo>
                  <a:pt x="1578254" y="83146"/>
                </a:lnTo>
                <a:lnTo>
                  <a:pt x="1568170" y="81775"/>
                </a:lnTo>
                <a:lnTo>
                  <a:pt x="1561134" y="81546"/>
                </a:lnTo>
                <a:lnTo>
                  <a:pt x="1548180" y="82384"/>
                </a:lnTo>
                <a:lnTo>
                  <a:pt x="1531353" y="86550"/>
                </a:lnTo>
                <a:lnTo>
                  <a:pt x="1531162" y="86550"/>
                </a:lnTo>
                <a:lnTo>
                  <a:pt x="1494967" y="115874"/>
                </a:lnTo>
                <a:lnTo>
                  <a:pt x="1481378" y="151257"/>
                </a:lnTo>
                <a:lnTo>
                  <a:pt x="1479575" y="164858"/>
                </a:lnTo>
                <a:lnTo>
                  <a:pt x="1489735" y="222758"/>
                </a:lnTo>
                <a:lnTo>
                  <a:pt x="1525193" y="257251"/>
                </a:lnTo>
                <a:lnTo>
                  <a:pt x="1559344" y="264655"/>
                </a:lnTo>
                <a:lnTo>
                  <a:pt x="1579270" y="262458"/>
                </a:lnTo>
                <a:lnTo>
                  <a:pt x="1594535" y="257098"/>
                </a:lnTo>
                <a:lnTo>
                  <a:pt x="1605978" y="250317"/>
                </a:lnTo>
                <a:lnTo>
                  <a:pt x="1614424" y="243903"/>
                </a:lnTo>
                <a:lnTo>
                  <a:pt x="1613357" y="259283"/>
                </a:lnTo>
                <a:lnTo>
                  <a:pt x="1680235" y="259283"/>
                </a:lnTo>
                <a:lnTo>
                  <a:pt x="1680235" y="243903"/>
                </a:lnTo>
                <a:lnTo>
                  <a:pt x="1680235" y="210286"/>
                </a:lnTo>
                <a:lnTo>
                  <a:pt x="1680235" y="136613"/>
                </a:lnTo>
                <a:lnTo>
                  <a:pt x="1680235" y="103352"/>
                </a:lnTo>
                <a:lnTo>
                  <a:pt x="1680235" y="86550"/>
                </a:lnTo>
                <a:close/>
              </a:path>
              <a:path w="1823720" h="565150">
                <a:moveTo>
                  <a:pt x="1823288" y="86550"/>
                </a:moveTo>
                <a:lnTo>
                  <a:pt x="1788248" y="86550"/>
                </a:lnTo>
                <a:lnTo>
                  <a:pt x="1788248" y="40411"/>
                </a:lnTo>
                <a:lnTo>
                  <a:pt x="1723148" y="40411"/>
                </a:lnTo>
                <a:lnTo>
                  <a:pt x="1723148" y="86550"/>
                </a:lnTo>
                <a:lnTo>
                  <a:pt x="1698828" y="86550"/>
                </a:lnTo>
                <a:lnTo>
                  <a:pt x="1698828" y="130175"/>
                </a:lnTo>
                <a:lnTo>
                  <a:pt x="1723148" y="130175"/>
                </a:lnTo>
                <a:lnTo>
                  <a:pt x="1723148" y="259283"/>
                </a:lnTo>
                <a:lnTo>
                  <a:pt x="1788248" y="259283"/>
                </a:lnTo>
                <a:lnTo>
                  <a:pt x="1788248" y="130175"/>
                </a:lnTo>
                <a:lnTo>
                  <a:pt x="1823288" y="130175"/>
                </a:lnTo>
                <a:lnTo>
                  <a:pt x="1823288" y="8655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016" y="1211719"/>
            <a:ext cx="1002457" cy="121296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764237" y="488474"/>
            <a:ext cx="897890" cy="673735"/>
          </a:xfrm>
          <a:custGeom>
            <a:avLst/>
            <a:gdLst/>
            <a:ahLst/>
            <a:cxnLst/>
            <a:rect l="l" t="t" r="r" b="b"/>
            <a:pathLst>
              <a:path w="897889" h="673735">
                <a:moveTo>
                  <a:pt x="246706" y="673635"/>
                </a:moveTo>
                <a:lnTo>
                  <a:pt x="196098" y="671189"/>
                </a:lnTo>
                <a:lnTo>
                  <a:pt x="146512" y="662243"/>
                </a:lnTo>
                <a:lnTo>
                  <a:pt x="99713" y="644380"/>
                </a:lnTo>
                <a:lnTo>
                  <a:pt x="57467" y="615186"/>
                </a:lnTo>
                <a:lnTo>
                  <a:pt x="23606" y="573666"/>
                </a:lnTo>
                <a:lnTo>
                  <a:pt x="6687" y="529115"/>
                </a:lnTo>
                <a:lnTo>
                  <a:pt x="247" y="468557"/>
                </a:lnTo>
                <a:lnTo>
                  <a:pt x="0" y="438837"/>
                </a:lnTo>
                <a:lnTo>
                  <a:pt x="0" y="180257"/>
                </a:lnTo>
                <a:lnTo>
                  <a:pt x="180324" y="180257"/>
                </a:lnTo>
                <a:lnTo>
                  <a:pt x="180324" y="441807"/>
                </a:lnTo>
                <a:lnTo>
                  <a:pt x="181610" y="464206"/>
                </a:lnTo>
                <a:lnTo>
                  <a:pt x="189118" y="493200"/>
                </a:lnTo>
                <a:lnTo>
                  <a:pt x="210559" y="518293"/>
                </a:lnTo>
                <a:lnTo>
                  <a:pt x="253643" y="528989"/>
                </a:lnTo>
                <a:lnTo>
                  <a:pt x="260192" y="528804"/>
                </a:lnTo>
                <a:lnTo>
                  <a:pt x="298229" y="517102"/>
                </a:lnTo>
                <a:lnTo>
                  <a:pt x="320861" y="485714"/>
                </a:lnTo>
                <a:lnTo>
                  <a:pt x="327063" y="447015"/>
                </a:lnTo>
                <a:lnTo>
                  <a:pt x="327063" y="0"/>
                </a:lnTo>
                <a:lnTo>
                  <a:pt x="507387" y="0"/>
                </a:lnTo>
                <a:lnTo>
                  <a:pt x="507390" y="370058"/>
                </a:lnTo>
                <a:lnTo>
                  <a:pt x="658979" y="179843"/>
                </a:lnTo>
                <a:lnTo>
                  <a:pt x="878935" y="179843"/>
                </a:lnTo>
                <a:lnTo>
                  <a:pt x="664924" y="416629"/>
                </a:lnTo>
                <a:lnTo>
                  <a:pt x="897763" y="658366"/>
                </a:lnTo>
                <a:lnTo>
                  <a:pt x="672849" y="658366"/>
                </a:lnTo>
                <a:lnTo>
                  <a:pt x="507003" y="477592"/>
                </a:lnTo>
                <a:lnTo>
                  <a:pt x="506635" y="485321"/>
                </a:lnTo>
                <a:lnTo>
                  <a:pt x="506088" y="493544"/>
                </a:lnTo>
                <a:lnTo>
                  <a:pt x="492953" y="549176"/>
                </a:lnTo>
                <a:lnTo>
                  <a:pt x="460567" y="602676"/>
                </a:lnTo>
                <a:lnTo>
                  <a:pt x="401785" y="645216"/>
                </a:lnTo>
                <a:lnTo>
                  <a:pt x="351114" y="662491"/>
                </a:lnTo>
                <a:lnTo>
                  <a:pt x="298028" y="671220"/>
                </a:lnTo>
                <a:lnTo>
                  <a:pt x="246706" y="673635"/>
                </a:lnTo>
                <a:close/>
              </a:path>
            </a:pathLst>
          </a:custGeom>
          <a:solidFill>
            <a:srgbClr val="C31F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dirty="0"/>
              <a:t>-</a:t>
            </a:r>
            <a:r>
              <a:rPr spc="-30" dirty="0"/>
              <a:t> Case</a:t>
            </a:r>
            <a:r>
              <a:rPr spc="-60" dirty="0"/>
              <a:t> </a:t>
            </a:r>
            <a:r>
              <a:rPr spc="-20" dirty="0"/>
              <a:t>Study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2025/10/30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FAD646A2-85A4-4E6B-BB01-9B85508A35E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800" y="1400175"/>
            <a:ext cx="10515600" cy="4723788"/>
          </a:xfrm>
          <a:prstGeom prst="rect">
            <a:avLst/>
          </a:prstGeom>
        </p:spPr>
        <p:txBody>
          <a:bodyPr/>
          <a:lstStyle>
            <a:lvl1pPr>
              <a:defRPr lang="de-DE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F999E5-CE2E-4C24-8D9F-179B18F30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C053E86C-127D-4E0B-9B69-D6E0C8244B82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F61D64-1FBD-456A-BCF9-E6ECC14E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Workflow Management: Intermediate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42CFCD-F86D-46B3-AC9F-DF0BF5477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CFAE160F-ADC4-44D7-A740-6FAC7E7C88C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B662228D-CC6C-4F8E-8E8B-97DC817E2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892175"/>
          </a:xfrm>
          <a:prstGeom prst="rect">
            <a:avLst/>
          </a:prstGeom>
        </p:spPr>
        <p:txBody>
          <a:bodyPr anchor="b"/>
          <a:lstStyle/>
          <a:p>
            <a:r>
              <a:rPr lang="de-DE"/>
              <a:t>Mastertitelformat bearbeiten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E1AA04-8E77-45D3-9663-291541A8766F}"/>
              </a:ext>
            </a:extLst>
          </p:cNvPr>
          <p:cNvCxnSpPr/>
          <p:nvPr userDrawn="1"/>
        </p:nvCxnSpPr>
        <p:spPr>
          <a:xfrm>
            <a:off x="838200" y="1328429"/>
            <a:ext cx="10515599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306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 E-Gebäu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id="{2D075D84-6515-4099-8E43-3E7364562C9C}"/>
              </a:ext>
            </a:extLst>
          </p:cNvPr>
          <p:cNvSpPr/>
          <p:nvPr userDrawn="1"/>
        </p:nvSpPr>
        <p:spPr>
          <a:xfrm flipV="1">
            <a:off x="0" y="3445777"/>
            <a:ext cx="11428395" cy="1545671"/>
          </a:xfrm>
          <a:prstGeom prst="round1Rect">
            <a:avLst>
              <a:gd name="adj" fmla="val 45975"/>
            </a:avLst>
          </a:prstGeom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E96E003F-94DC-433C-AB8B-6E8114D2F9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05" y="3542975"/>
            <a:ext cx="10158861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9D283EC-15F2-4218-964F-5F0B2F715E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3588" y="5130974"/>
            <a:ext cx="9975850" cy="4158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Untertitel</a:t>
            </a:r>
          </a:p>
        </p:txBody>
      </p:sp>
      <p:grpSp>
        <p:nvGrpSpPr>
          <p:cNvPr id="55" name="Graphic 28">
            <a:extLst>
              <a:ext uri="{FF2B5EF4-FFF2-40B4-BE49-F238E27FC236}">
                <a16:creationId xmlns:a16="http://schemas.microsoft.com/office/drawing/2014/main" id="{865E9C0A-2CE5-4037-A193-E52C54F018C0}"/>
              </a:ext>
            </a:extLst>
          </p:cNvPr>
          <p:cNvGrpSpPr/>
          <p:nvPr userDrawn="1"/>
        </p:nvGrpSpPr>
        <p:grpSpPr>
          <a:xfrm>
            <a:off x="9619663" y="486654"/>
            <a:ext cx="1808732" cy="665648"/>
            <a:chOff x="10054989" y="486654"/>
            <a:chExt cx="1808732" cy="665648"/>
          </a:xfrm>
        </p:grpSpPr>
        <p:grpSp>
          <p:nvGrpSpPr>
            <p:cNvPr id="56" name="Graphic 28">
              <a:extLst>
                <a:ext uri="{FF2B5EF4-FFF2-40B4-BE49-F238E27FC236}">
                  <a16:creationId xmlns:a16="http://schemas.microsoft.com/office/drawing/2014/main" id="{8EB2EB27-B562-4BDA-81FC-13002B9639FA}"/>
                </a:ext>
              </a:extLst>
            </p:cNvPr>
            <p:cNvGrpSpPr/>
            <p:nvPr userDrawn="1"/>
          </p:nvGrpSpPr>
          <p:grpSpPr>
            <a:xfrm>
              <a:off x="10056115" y="486654"/>
              <a:ext cx="1807606" cy="348864"/>
              <a:chOff x="10056115" y="486654"/>
              <a:chExt cx="1807607" cy="348864"/>
            </a:xfrm>
            <a:solidFill>
              <a:srgbClr val="12082C"/>
            </a:solidFill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52CC3CFD-358F-4450-9C03-277B8DA750D8}"/>
                  </a:ext>
                </a:extLst>
              </p:cNvPr>
              <p:cNvSpPr/>
              <p:nvPr/>
            </p:nvSpPr>
            <p:spPr>
              <a:xfrm>
                <a:off x="10056115" y="486654"/>
                <a:ext cx="252723" cy="348864"/>
              </a:xfrm>
              <a:custGeom>
                <a:avLst/>
                <a:gdLst>
                  <a:gd name="connsiteX0" fmla="*/ 82793 w 252723"/>
                  <a:gd name="connsiteY0" fmla="*/ 348222 h 348864"/>
                  <a:gd name="connsiteX1" fmla="*/ 468 w 252723"/>
                  <a:gd name="connsiteY1" fmla="*/ 348222 h 348864"/>
                  <a:gd name="connsiteX2" fmla="*/ 468 w 252723"/>
                  <a:gd name="connsiteY2" fmla="*/ 1930 h 348864"/>
                  <a:gd name="connsiteX3" fmla="*/ 78681 w 252723"/>
                  <a:gd name="connsiteY3" fmla="*/ 1930 h 348864"/>
                  <a:gd name="connsiteX4" fmla="*/ 82793 w 252723"/>
                  <a:gd name="connsiteY4" fmla="*/ 37434 h 348864"/>
                  <a:gd name="connsiteX5" fmla="*/ 82793 w 252723"/>
                  <a:gd name="connsiteY5" fmla="*/ 40521 h 348864"/>
                  <a:gd name="connsiteX6" fmla="*/ 83824 w 252723"/>
                  <a:gd name="connsiteY6" fmla="*/ 40521 h 348864"/>
                  <a:gd name="connsiteX7" fmla="*/ 108779 w 252723"/>
                  <a:gd name="connsiteY7" fmla="*/ 9391 h 348864"/>
                  <a:gd name="connsiteX8" fmla="*/ 155862 w 252723"/>
                  <a:gd name="connsiteY8" fmla="*/ -643 h 348864"/>
                  <a:gd name="connsiteX9" fmla="*/ 229185 w 252723"/>
                  <a:gd name="connsiteY9" fmla="*/ 28429 h 348864"/>
                  <a:gd name="connsiteX10" fmla="*/ 253108 w 252723"/>
                  <a:gd name="connsiteY10" fmla="*/ 116158 h 348864"/>
                  <a:gd name="connsiteX11" fmla="*/ 242566 w 252723"/>
                  <a:gd name="connsiteY11" fmla="*/ 199258 h 348864"/>
                  <a:gd name="connsiteX12" fmla="*/ 206802 w 252723"/>
                  <a:gd name="connsiteY12" fmla="*/ 243767 h 348864"/>
                  <a:gd name="connsiteX13" fmla="*/ 145052 w 252723"/>
                  <a:gd name="connsiteY13" fmla="*/ 257146 h 348864"/>
                  <a:gd name="connsiteX14" fmla="*/ 109810 w 252723"/>
                  <a:gd name="connsiteY14" fmla="*/ 253545 h 348864"/>
                  <a:gd name="connsiteX15" fmla="*/ 83824 w 252723"/>
                  <a:gd name="connsiteY15" fmla="*/ 244796 h 348864"/>
                  <a:gd name="connsiteX16" fmla="*/ 82793 w 252723"/>
                  <a:gd name="connsiteY16" fmla="*/ 245314 h 348864"/>
                  <a:gd name="connsiteX17" fmla="*/ 82793 w 252723"/>
                  <a:gd name="connsiteY17" fmla="*/ 348222 h 348864"/>
                  <a:gd name="connsiteX18" fmla="*/ 129099 w 252723"/>
                  <a:gd name="connsiteY18" fmla="*/ 69335 h 348864"/>
                  <a:gd name="connsiteX19" fmla="*/ 95652 w 252723"/>
                  <a:gd name="connsiteY19" fmla="*/ 81942 h 348864"/>
                  <a:gd name="connsiteX20" fmla="*/ 82793 w 252723"/>
                  <a:gd name="connsiteY20" fmla="*/ 124907 h 348864"/>
                  <a:gd name="connsiteX21" fmla="*/ 82793 w 252723"/>
                  <a:gd name="connsiteY21" fmla="*/ 178933 h 348864"/>
                  <a:gd name="connsiteX22" fmla="*/ 127558 w 252723"/>
                  <a:gd name="connsiteY22" fmla="*/ 186652 h 348864"/>
                  <a:gd name="connsiteX23" fmla="*/ 162291 w 252723"/>
                  <a:gd name="connsiteY23" fmla="*/ 175076 h 348864"/>
                  <a:gd name="connsiteX24" fmla="*/ 172833 w 252723"/>
                  <a:gd name="connsiteY24" fmla="*/ 128508 h 348864"/>
                  <a:gd name="connsiteX25" fmla="*/ 164609 w 252723"/>
                  <a:gd name="connsiteY25" fmla="*/ 83743 h 348864"/>
                  <a:gd name="connsiteX26" fmla="*/ 129099 w 252723"/>
                  <a:gd name="connsiteY26" fmla="*/ 69335 h 348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52723" h="348864">
                    <a:moveTo>
                      <a:pt x="82793" y="348222"/>
                    </a:moveTo>
                    <a:lnTo>
                      <a:pt x="468" y="348222"/>
                    </a:lnTo>
                    <a:lnTo>
                      <a:pt x="468" y="1930"/>
                    </a:lnTo>
                    <a:lnTo>
                      <a:pt x="78681" y="1930"/>
                    </a:lnTo>
                    <a:lnTo>
                      <a:pt x="82793" y="37434"/>
                    </a:lnTo>
                    <a:lnTo>
                      <a:pt x="82793" y="40521"/>
                    </a:lnTo>
                    <a:lnTo>
                      <a:pt x="83824" y="40521"/>
                    </a:lnTo>
                    <a:cubicBezTo>
                      <a:pt x="89651" y="26457"/>
                      <a:pt x="97969" y="16080"/>
                      <a:pt x="108779" y="9391"/>
                    </a:cubicBezTo>
                    <a:cubicBezTo>
                      <a:pt x="119589" y="2702"/>
                      <a:pt x="135274" y="-643"/>
                      <a:pt x="155862" y="-643"/>
                    </a:cubicBezTo>
                    <a:cubicBezTo>
                      <a:pt x="189135" y="-643"/>
                      <a:pt x="213580" y="9047"/>
                      <a:pt x="229185" y="28429"/>
                    </a:cubicBezTo>
                    <a:cubicBezTo>
                      <a:pt x="244790" y="47810"/>
                      <a:pt x="252773" y="77054"/>
                      <a:pt x="253108" y="116158"/>
                    </a:cubicBezTo>
                    <a:cubicBezTo>
                      <a:pt x="253791" y="150804"/>
                      <a:pt x="250282" y="178504"/>
                      <a:pt x="242566" y="199258"/>
                    </a:cubicBezTo>
                    <a:cubicBezTo>
                      <a:pt x="234838" y="220012"/>
                      <a:pt x="222916" y="234850"/>
                      <a:pt x="206802" y="243767"/>
                    </a:cubicBezTo>
                    <a:cubicBezTo>
                      <a:pt x="190675" y="252688"/>
                      <a:pt x="170100" y="257146"/>
                      <a:pt x="145052" y="257146"/>
                    </a:cubicBezTo>
                    <a:cubicBezTo>
                      <a:pt x="132019" y="257146"/>
                      <a:pt x="120272" y="255944"/>
                      <a:pt x="109810" y="253545"/>
                    </a:cubicBezTo>
                    <a:cubicBezTo>
                      <a:pt x="99349" y="251141"/>
                      <a:pt x="90683" y="248225"/>
                      <a:pt x="83824" y="244796"/>
                    </a:cubicBezTo>
                    <a:lnTo>
                      <a:pt x="82793" y="245314"/>
                    </a:lnTo>
                    <a:lnTo>
                      <a:pt x="82793" y="348222"/>
                    </a:lnTo>
                    <a:close/>
                    <a:moveTo>
                      <a:pt x="129099" y="69335"/>
                    </a:moveTo>
                    <a:cubicBezTo>
                      <a:pt x="115383" y="69335"/>
                      <a:pt x="104238" y="73538"/>
                      <a:pt x="95652" y="81942"/>
                    </a:cubicBezTo>
                    <a:cubicBezTo>
                      <a:pt x="87079" y="90346"/>
                      <a:pt x="82793" y="104668"/>
                      <a:pt x="82793" y="124907"/>
                    </a:cubicBezTo>
                    <a:lnTo>
                      <a:pt x="82793" y="178933"/>
                    </a:lnTo>
                    <a:cubicBezTo>
                      <a:pt x="95491" y="184081"/>
                      <a:pt x="110413" y="186652"/>
                      <a:pt x="127558" y="186652"/>
                    </a:cubicBezTo>
                    <a:cubicBezTo>
                      <a:pt x="143686" y="186652"/>
                      <a:pt x="155259" y="182795"/>
                      <a:pt x="162291" y="175076"/>
                    </a:cubicBezTo>
                    <a:cubicBezTo>
                      <a:pt x="169324" y="167356"/>
                      <a:pt x="172833" y="151834"/>
                      <a:pt x="172833" y="128508"/>
                    </a:cubicBezTo>
                    <a:cubicBezTo>
                      <a:pt x="172833" y="108272"/>
                      <a:pt x="170100" y="93348"/>
                      <a:pt x="164609" y="83743"/>
                    </a:cubicBezTo>
                    <a:cubicBezTo>
                      <a:pt x="159117" y="74138"/>
                      <a:pt x="147289" y="69335"/>
                      <a:pt x="129099" y="69335"/>
                    </a:cubicBez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A65B962F-A4A5-4D5F-9867-39FBACC9184C}"/>
                  </a:ext>
                </a:extLst>
              </p:cNvPr>
              <p:cNvSpPr/>
              <p:nvPr/>
            </p:nvSpPr>
            <p:spPr>
              <a:xfrm>
                <a:off x="10352490" y="486654"/>
                <a:ext cx="193475" cy="253158"/>
              </a:xfrm>
              <a:custGeom>
                <a:avLst/>
                <a:gdLst>
                  <a:gd name="connsiteX0" fmla="*/ 82945 w 193475"/>
                  <a:gd name="connsiteY0" fmla="*/ 252539 h 253158"/>
                  <a:gd name="connsiteX1" fmla="*/ 621 w 193475"/>
                  <a:gd name="connsiteY1" fmla="*/ 252539 h 253158"/>
                  <a:gd name="connsiteX2" fmla="*/ 621 w 193475"/>
                  <a:gd name="connsiteY2" fmla="*/ 1953 h 253158"/>
                  <a:gd name="connsiteX3" fmla="*/ 67515 w 193475"/>
                  <a:gd name="connsiteY3" fmla="*/ 1953 h 253158"/>
                  <a:gd name="connsiteX4" fmla="*/ 74199 w 193475"/>
                  <a:gd name="connsiteY4" fmla="*/ 53408 h 253158"/>
                  <a:gd name="connsiteX5" fmla="*/ 75752 w 193475"/>
                  <a:gd name="connsiteY5" fmla="*/ 53408 h 253158"/>
                  <a:gd name="connsiteX6" fmla="*/ 97881 w 193475"/>
                  <a:gd name="connsiteY6" fmla="*/ 11986 h 253158"/>
                  <a:gd name="connsiteX7" fmla="*/ 149839 w 193475"/>
                  <a:gd name="connsiteY7" fmla="*/ -620 h 253158"/>
                  <a:gd name="connsiteX8" fmla="*/ 175062 w 193475"/>
                  <a:gd name="connsiteY8" fmla="*/ 666 h 253158"/>
                  <a:gd name="connsiteX9" fmla="*/ 194096 w 193475"/>
                  <a:gd name="connsiteY9" fmla="*/ 2982 h 253158"/>
                  <a:gd name="connsiteX10" fmla="*/ 194096 w 193475"/>
                  <a:gd name="connsiteY10" fmla="*/ 83251 h 253158"/>
                  <a:gd name="connsiteX11" fmla="*/ 193064 w 193475"/>
                  <a:gd name="connsiteY11" fmla="*/ 84280 h 253158"/>
                  <a:gd name="connsiteX12" fmla="*/ 174285 w 193475"/>
                  <a:gd name="connsiteY12" fmla="*/ 80679 h 253158"/>
                  <a:gd name="connsiteX13" fmla="*/ 150362 w 193475"/>
                  <a:gd name="connsiteY13" fmla="*/ 79135 h 253158"/>
                  <a:gd name="connsiteX14" fmla="*/ 116138 w 193475"/>
                  <a:gd name="connsiteY14" fmla="*/ 85309 h 253158"/>
                  <a:gd name="connsiteX15" fmla="*/ 92469 w 193475"/>
                  <a:gd name="connsiteY15" fmla="*/ 109235 h 253158"/>
                  <a:gd name="connsiteX16" fmla="*/ 83977 w 193475"/>
                  <a:gd name="connsiteY16" fmla="*/ 161975 h 253158"/>
                  <a:gd name="connsiteX17" fmla="*/ 82945 w 193475"/>
                  <a:gd name="connsiteY17" fmla="*/ 252539 h 25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3475" h="253158">
                    <a:moveTo>
                      <a:pt x="82945" y="252539"/>
                    </a:moveTo>
                    <a:lnTo>
                      <a:pt x="621" y="252539"/>
                    </a:lnTo>
                    <a:lnTo>
                      <a:pt x="621" y="1953"/>
                    </a:lnTo>
                    <a:lnTo>
                      <a:pt x="67515" y="1953"/>
                    </a:lnTo>
                    <a:lnTo>
                      <a:pt x="74199" y="53408"/>
                    </a:lnTo>
                    <a:lnTo>
                      <a:pt x="75752" y="53408"/>
                    </a:lnTo>
                    <a:cubicBezTo>
                      <a:pt x="78833" y="34197"/>
                      <a:pt x="86214" y="20391"/>
                      <a:pt x="97881" y="11986"/>
                    </a:cubicBezTo>
                    <a:cubicBezTo>
                      <a:pt x="109534" y="3582"/>
                      <a:pt x="126854" y="-620"/>
                      <a:pt x="149839" y="-620"/>
                    </a:cubicBezTo>
                    <a:cubicBezTo>
                      <a:pt x="159108" y="-620"/>
                      <a:pt x="167507" y="-191"/>
                      <a:pt x="175062" y="666"/>
                    </a:cubicBezTo>
                    <a:cubicBezTo>
                      <a:pt x="182603" y="1524"/>
                      <a:pt x="188952" y="2295"/>
                      <a:pt x="194096" y="2982"/>
                    </a:cubicBezTo>
                    <a:lnTo>
                      <a:pt x="194096" y="83251"/>
                    </a:lnTo>
                    <a:lnTo>
                      <a:pt x="193064" y="84280"/>
                    </a:lnTo>
                    <a:cubicBezTo>
                      <a:pt x="187573" y="82908"/>
                      <a:pt x="181317" y="81708"/>
                      <a:pt x="174285" y="80679"/>
                    </a:cubicBezTo>
                    <a:cubicBezTo>
                      <a:pt x="167252" y="79650"/>
                      <a:pt x="159269" y="79135"/>
                      <a:pt x="150362" y="79135"/>
                    </a:cubicBezTo>
                    <a:cubicBezTo>
                      <a:pt x="137663" y="79135"/>
                      <a:pt x="126264" y="81193"/>
                      <a:pt x="116138" y="85309"/>
                    </a:cubicBezTo>
                    <a:cubicBezTo>
                      <a:pt x="106025" y="89426"/>
                      <a:pt x="98135" y="97401"/>
                      <a:pt x="92469" y="109235"/>
                    </a:cubicBezTo>
                    <a:cubicBezTo>
                      <a:pt x="86817" y="121073"/>
                      <a:pt x="83977" y="138649"/>
                      <a:pt x="83977" y="161975"/>
                    </a:cubicBezTo>
                    <a:lnTo>
                      <a:pt x="82945" y="252539"/>
                    </a:ln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1404D4BA-2BEA-47EF-8740-EBC270C4C6AF}"/>
                  </a:ext>
                </a:extLst>
              </p:cNvPr>
              <p:cNvSpPr/>
              <p:nvPr/>
            </p:nvSpPr>
            <p:spPr>
              <a:xfrm>
                <a:off x="10563967" y="486654"/>
                <a:ext cx="257274" cy="257789"/>
              </a:xfrm>
              <a:custGeom>
                <a:avLst/>
                <a:gdLst>
                  <a:gd name="connsiteX0" fmla="*/ 760 w 257274"/>
                  <a:gd name="connsiteY0" fmla="*/ 129048 h 257789"/>
                  <a:gd name="connsiteX1" fmla="*/ 30095 w 257274"/>
                  <a:gd name="connsiteY1" fmla="*/ 29737 h 257789"/>
                  <a:gd name="connsiteX2" fmla="*/ 129404 w 257274"/>
                  <a:gd name="connsiteY2" fmla="*/ -621 h 257789"/>
                  <a:gd name="connsiteX3" fmla="*/ 204522 w 257274"/>
                  <a:gd name="connsiteY3" fmla="*/ 12757 h 257789"/>
                  <a:gd name="connsiteX4" fmla="*/ 245430 w 257274"/>
                  <a:gd name="connsiteY4" fmla="*/ 54693 h 257789"/>
                  <a:gd name="connsiteX5" fmla="*/ 258034 w 257274"/>
                  <a:gd name="connsiteY5" fmla="*/ 129048 h 257789"/>
                  <a:gd name="connsiteX6" fmla="*/ 245430 w 257274"/>
                  <a:gd name="connsiteY6" fmla="*/ 202625 h 257789"/>
                  <a:gd name="connsiteX7" fmla="*/ 204522 w 257274"/>
                  <a:gd name="connsiteY7" fmla="*/ 244044 h 257789"/>
                  <a:gd name="connsiteX8" fmla="*/ 129404 w 257274"/>
                  <a:gd name="connsiteY8" fmla="*/ 257168 h 257789"/>
                  <a:gd name="connsiteX9" fmla="*/ 30095 w 257274"/>
                  <a:gd name="connsiteY9" fmla="*/ 227064 h 257789"/>
                  <a:gd name="connsiteX10" fmla="*/ 760 w 257274"/>
                  <a:gd name="connsiteY10" fmla="*/ 129048 h 257789"/>
                  <a:gd name="connsiteX11" fmla="*/ 129404 w 257274"/>
                  <a:gd name="connsiteY11" fmla="*/ 186674 h 257789"/>
                  <a:gd name="connsiteX12" fmla="*/ 169789 w 257274"/>
                  <a:gd name="connsiteY12" fmla="*/ 173556 h 257789"/>
                  <a:gd name="connsiteX13" fmla="*/ 180344 w 257274"/>
                  <a:gd name="connsiteY13" fmla="*/ 127500 h 257789"/>
                  <a:gd name="connsiteX14" fmla="*/ 169789 w 257274"/>
                  <a:gd name="connsiteY14" fmla="*/ 82479 h 257789"/>
                  <a:gd name="connsiteX15" fmla="*/ 129404 w 257274"/>
                  <a:gd name="connsiteY15" fmla="*/ 68843 h 257789"/>
                  <a:gd name="connsiteX16" fmla="*/ 89528 w 257274"/>
                  <a:gd name="connsiteY16" fmla="*/ 82479 h 257789"/>
                  <a:gd name="connsiteX17" fmla="*/ 78463 w 257274"/>
                  <a:gd name="connsiteY17" fmla="*/ 127500 h 257789"/>
                  <a:gd name="connsiteX18" fmla="*/ 89528 w 257274"/>
                  <a:gd name="connsiteY18" fmla="*/ 173556 h 257789"/>
                  <a:gd name="connsiteX19" fmla="*/ 129404 w 257274"/>
                  <a:gd name="connsiteY19" fmla="*/ 186674 h 257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7274" h="257789">
                    <a:moveTo>
                      <a:pt x="760" y="129048"/>
                    </a:moveTo>
                    <a:cubicBezTo>
                      <a:pt x="760" y="83079"/>
                      <a:pt x="10538" y="49976"/>
                      <a:pt x="30095" y="29737"/>
                    </a:cubicBezTo>
                    <a:cubicBezTo>
                      <a:pt x="49651" y="9498"/>
                      <a:pt x="82750" y="-621"/>
                      <a:pt x="129404" y="-621"/>
                    </a:cubicBezTo>
                    <a:cubicBezTo>
                      <a:pt x="160614" y="-621"/>
                      <a:pt x="185662" y="3838"/>
                      <a:pt x="204522" y="12757"/>
                    </a:cubicBezTo>
                    <a:cubicBezTo>
                      <a:pt x="223396" y="21676"/>
                      <a:pt x="237031" y="35655"/>
                      <a:pt x="245430" y="54693"/>
                    </a:cubicBezTo>
                    <a:cubicBezTo>
                      <a:pt x="253842" y="73731"/>
                      <a:pt x="258034" y="98515"/>
                      <a:pt x="258034" y="129048"/>
                    </a:cubicBezTo>
                    <a:cubicBezTo>
                      <a:pt x="258034" y="159230"/>
                      <a:pt x="253842" y="183758"/>
                      <a:pt x="245430" y="202625"/>
                    </a:cubicBezTo>
                    <a:cubicBezTo>
                      <a:pt x="237031" y="221492"/>
                      <a:pt x="223396" y="235301"/>
                      <a:pt x="204522" y="244044"/>
                    </a:cubicBezTo>
                    <a:cubicBezTo>
                      <a:pt x="185662" y="252793"/>
                      <a:pt x="160614" y="257168"/>
                      <a:pt x="129404" y="257168"/>
                    </a:cubicBezTo>
                    <a:cubicBezTo>
                      <a:pt x="82750" y="257168"/>
                      <a:pt x="49651" y="247133"/>
                      <a:pt x="30095" y="227064"/>
                    </a:cubicBezTo>
                    <a:cubicBezTo>
                      <a:pt x="10538" y="207000"/>
                      <a:pt x="760" y="174324"/>
                      <a:pt x="760" y="129048"/>
                    </a:cubicBezTo>
                    <a:close/>
                    <a:moveTo>
                      <a:pt x="129404" y="186674"/>
                    </a:moveTo>
                    <a:cubicBezTo>
                      <a:pt x="149295" y="186674"/>
                      <a:pt x="162757" y="182299"/>
                      <a:pt x="169789" y="173556"/>
                    </a:cubicBezTo>
                    <a:cubicBezTo>
                      <a:pt x="176822" y="164807"/>
                      <a:pt x="180344" y="149457"/>
                      <a:pt x="180344" y="127500"/>
                    </a:cubicBezTo>
                    <a:cubicBezTo>
                      <a:pt x="180344" y="106579"/>
                      <a:pt x="176822" y="91569"/>
                      <a:pt x="169789" y="82479"/>
                    </a:cubicBezTo>
                    <a:cubicBezTo>
                      <a:pt x="162757" y="73388"/>
                      <a:pt x="149295" y="68843"/>
                      <a:pt x="129404" y="68843"/>
                    </a:cubicBezTo>
                    <a:cubicBezTo>
                      <a:pt x="110196" y="68843"/>
                      <a:pt x="96895" y="73388"/>
                      <a:pt x="89528" y="82479"/>
                    </a:cubicBezTo>
                    <a:cubicBezTo>
                      <a:pt x="82147" y="91569"/>
                      <a:pt x="78463" y="106579"/>
                      <a:pt x="78463" y="127500"/>
                    </a:cubicBezTo>
                    <a:cubicBezTo>
                      <a:pt x="78463" y="149457"/>
                      <a:pt x="82147" y="164807"/>
                      <a:pt x="89528" y="173556"/>
                    </a:cubicBezTo>
                    <a:cubicBezTo>
                      <a:pt x="96895" y="182299"/>
                      <a:pt x="110196" y="186674"/>
                      <a:pt x="129404" y="186674"/>
                    </a:cubicBez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A59C0257-9C6B-48F9-A6F1-456A211B1678}"/>
                  </a:ext>
                </a:extLst>
              </p:cNvPr>
              <p:cNvSpPr/>
              <p:nvPr/>
            </p:nvSpPr>
            <p:spPr>
              <a:xfrm>
                <a:off x="10846974" y="486654"/>
                <a:ext cx="213017" cy="257789"/>
              </a:xfrm>
              <a:custGeom>
                <a:avLst/>
                <a:gdLst>
                  <a:gd name="connsiteX0" fmla="*/ 213927 w 213017"/>
                  <a:gd name="connsiteY0" fmla="*/ 179984 h 257789"/>
                  <a:gd name="connsiteX1" fmla="*/ 213927 w 213017"/>
                  <a:gd name="connsiteY1" fmla="*/ 246877 h 257789"/>
                  <a:gd name="connsiteX2" fmla="*/ 175859 w 213017"/>
                  <a:gd name="connsiteY2" fmla="*/ 254597 h 257789"/>
                  <a:gd name="connsiteX3" fmla="*/ 122346 w 213017"/>
                  <a:gd name="connsiteY3" fmla="*/ 257168 h 257789"/>
                  <a:gd name="connsiteX4" fmla="*/ 54676 w 213017"/>
                  <a:gd name="connsiteY4" fmla="*/ 245848 h 257789"/>
                  <a:gd name="connsiteX5" fmla="*/ 14545 w 213017"/>
                  <a:gd name="connsiteY5" fmla="*/ 206744 h 257789"/>
                  <a:gd name="connsiteX6" fmla="*/ 909 w 213017"/>
                  <a:gd name="connsiteY6" fmla="*/ 129560 h 257789"/>
                  <a:gd name="connsiteX7" fmla="*/ 15054 w 213017"/>
                  <a:gd name="connsiteY7" fmla="*/ 50319 h 257789"/>
                  <a:gd name="connsiteX8" fmla="*/ 56484 w 213017"/>
                  <a:gd name="connsiteY8" fmla="*/ 10699 h 257789"/>
                  <a:gd name="connsiteX9" fmla="*/ 121824 w 213017"/>
                  <a:gd name="connsiteY9" fmla="*/ -621 h 257789"/>
                  <a:gd name="connsiteX10" fmla="*/ 169684 w 213017"/>
                  <a:gd name="connsiteY10" fmla="*/ 2466 h 257789"/>
                  <a:gd name="connsiteX11" fmla="*/ 210846 w 213017"/>
                  <a:gd name="connsiteY11" fmla="*/ 10699 h 257789"/>
                  <a:gd name="connsiteX12" fmla="*/ 211355 w 213017"/>
                  <a:gd name="connsiteY12" fmla="*/ 79648 h 257789"/>
                  <a:gd name="connsiteX13" fmla="*/ 209815 w 213017"/>
                  <a:gd name="connsiteY13" fmla="*/ 80678 h 257789"/>
                  <a:gd name="connsiteX14" fmla="*/ 176890 w 213017"/>
                  <a:gd name="connsiteY14" fmla="*/ 76046 h 257789"/>
                  <a:gd name="connsiteX15" fmla="*/ 142412 w 213017"/>
                  <a:gd name="connsiteY15" fmla="*/ 74503 h 257789"/>
                  <a:gd name="connsiteX16" fmla="*/ 94552 w 213017"/>
                  <a:gd name="connsiteY16" fmla="*/ 87366 h 257789"/>
                  <a:gd name="connsiteX17" fmla="*/ 81184 w 213017"/>
                  <a:gd name="connsiteY17" fmla="*/ 130589 h 257789"/>
                  <a:gd name="connsiteX18" fmla="*/ 86837 w 213017"/>
                  <a:gd name="connsiteY18" fmla="*/ 165063 h 257789"/>
                  <a:gd name="connsiteX19" fmla="*/ 105871 w 213017"/>
                  <a:gd name="connsiteY19" fmla="*/ 179984 h 257789"/>
                  <a:gd name="connsiteX20" fmla="*/ 142412 w 213017"/>
                  <a:gd name="connsiteY20" fmla="*/ 183585 h 257789"/>
                  <a:gd name="connsiteX21" fmla="*/ 176890 w 213017"/>
                  <a:gd name="connsiteY21" fmla="*/ 182043 h 257789"/>
                  <a:gd name="connsiteX22" fmla="*/ 211878 w 213017"/>
                  <a:gd name="connsiteY22" fmla="*/ 178442 h 257789"/>
                  <a:gd name="connsiteX23" fmla="*/ 213927 w 213017"/>
                  <a:gd name="connsiteY23" fmla="*/ 179984 h 257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3017" h="257789">
                    <a:moveTo>
                      <a:pt x="213927" y="179984"/>
                    </a:moveTo>
                    <a:lnTo>
                      <a:pt x="213927" y="246877"/>
                    </a:lnTo>
                    <a:cubicBezTo>
                      <a:pt x="205354" y="250306"/>
                      <a:pt x="192669" y="252883"/>
                      <a:pt x="175859" y="254597"/>
                    </a:cubicBezTo>
                    <a:cubicBezTo>
                      <a:pt x="159048" y="256311"/>
                      <a:pt x="141206" y="257168"/>
                      <a:pt x="122346" y="257168"/>
                    </a:cubicBezTo>
                    <a:cubicBezTo>
                      <a:pt x="95249" y="257168"/>
                      <a:pt x="72692" y="253395"/>
                      <a:pt x="54676" y="245848"/>
                    </a:cubicBezTo>
                    <a:cubicBezTo>
                      <a:pt x="36673" y="238301"/>
                      <a:pt x="23292" y="225266"/>
                      <a:pt x="14545" y="206744"/>
                    </a:cubicBezTo>
                    <a:cubicBezTo>
                      <a:pt x="5798" y="188216"/>
                      <a:pt x="1257" y="162491"/>
                      <a:pt x="909" y="129560"/>
                    </a:cubicBezTo>
                    <a:cubicBezTo>
                      <a:pt x="909" y="95600"/>
                      <a:pt x="5624" y="69186"/>
                      <a:pt x="15054" y="50319"/>
                    </a:cubicBezTo>
                    <a:cubicBezTo>
                      <a:pt x="24497" y="31452"/>
                      <a:pt x="38294" y="18245"/>
                      <a:pt x="56484" y="10699"/>
                    </a:cubicBezTo>
                    <a:cubicBezTo>
                      <a:pt x="74661" y="3152"/>
                      <a:pt x="96441" y="-621"/>
                      <a:pt x="121824" y="-621"/>
                    </a:cubicBezTo>
                    <a:cubicBezTo>
                      <a:pt x="136920" y="-621"/>
                      <a:pt x="152873" y="408"/>
                      <a:pt x="169684" y="2466"/>
                    </a:cubicBezTo>
                    <a:cubicBezTo>
                      <a:pt x="186494" y="4524"/>
                      <a:pt x="200210" y="7268"/>
                      <a:pt x="210846" y="10699"/>
                    </a:cubicBezTo>
                    <a:lnTo>
                      <a:pt x="211355" y="79648"/>
                    </a:lnTo>
                    <a:lnTo>
                      <a:pt x="209815" y="80678"/>
                    </a:lnTo>
                    <a:cubicBezTo>
                      <a:pt x="199527" y="78619"/>
                      <a:pt x="188544" y="77075"/>
                      <a:pt x="176890" y="76046"/>
                    </a:cubicBezTo>
                    <a:cubicBezTo>
                      <a:pt x="165223" y="75017"/>
                      <a:pt x="153730" y="74503"/>
                      <a:pt x="142412" y="74503"/>
                    </a:cubicBezTo>
                    <a:cubicBezTo>
                      <a:pt x="119426" y="74503"/>
                      <a:pt x="103473" y="78791"/>
                      <a:pt x="94552" y="87366"/>
                    </a:cubicBezTo>
                    <a:cubicBezTo>
                      <a:pt x="85631" y="95942"/>
                      <a:pt x="81184" y="110347"/>
                      <a:pt x="81184" y="130589"/>
                    </a:cubicBezTo>
                    <a:cubicBezTo>
                      <a:pt x="81184" y="146023"/>
                      <a:pt x="83059" y="157516"/>
                      <a:pt x="86837" y="165063"/>
                    </a:cubicBezTo>
                    <a:cubicBezTo>
                      <a:pt x="90614" y="172610"/>
                      <a:pt x="96963" y="177585"/>
                      <a:pt x="105871" y="179984"/>
                    </a:cubicBezTo>
                    <a:cubicBezTo>
                      <a:pt x="114792" y="182388"/>
                      <a:pt x="126968" y="183585"/>
                      <a:pt x="142412" y="183585"/>
                    </a:cubicBezTo>
                    <a:cubicBezTo>
                      <a:pt x="154414" y="183585"/>
                      <a:pt x="165906" y="183073"/>
                      <a:pt x="176890" y="182043"/>
                    </a:cubicBezTo>
                    <a:cubicBezTo>
                      <a:pt x="187860" y="181014"/>
                      <a:pt x="199527" y="179812"/>
                      <a:pt x="211878" y="178442"/>
                    </a:cubicBezTo>
                    <a:lnTo>
                      <a:pt x="213927" y="179984"/>
                    </a:ln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6C8A2A68-FFC7-4688-A0FD-3B220DBF3601}"/>
                  </a:ext>
                </a:extLst>
              </p:cNvPr>
              <p:cNvSpPr/>
              <p:nvPr/>
            </p:nvSpPr>
            <p:spPr>
              <a:xfrm>
                <a:off x="11088295" y="486654"/>
                <a:ext cx="251621" cy="257789"/>
              </a:xfrm>
              <a:custGeom>
                <a:avLst/>
                <a:gdLst>
                  <a:gd name="connsiteX0" fmla="*/ 239807 w 251621"/>
                  <a:gd name="connsiteY0" fmla="*/ 244306 h 257789"/>
                  <a:gd name="connsiteX1" fmla="*/ 199931 w 251621"/>
                  <a:gd name="connsiteY1" fmla="*/ 253311 h 257789"/>
                  <a:gd name="connsiteX2" fmla="*/ 139480 w 251621"/>
                  <a:gd name="connsiteY2" fmla="*/ 257168 h 257789"/>
                  <a:gd name="connsiteX3" fmla="*/ 64094 w 251621"/>
                  <a:gd name="connsiteY3" fmla="*/ 245592 h 257789"/>
                  <a:gd name="connsiteX4" fmla="*/ 17011 w 251621"/>
                  <a:gd name="connsiteY4" fmla="*/ 205970 h 257789"/>
                  <a:gd name="connsiteX5" fmla="*/ 1058 w 251621"/>
                  <a:gd name="connsiteY5" fmla="*/ 128018 h 257789"/>
                  <a:gd name="connsiteX6" fmla="*/ 32187 w 251621"/>
                  <a:gd name="connsiteY6" fmla="*/ 29737 h 257789"/>
                  <a:gd name="connsiteX7" fmla="*/ 128671 w 251621"/>
                  <a:gd name="connsiteY7" fmla="*/ -621 h 257789"/>
                  <a:gd name="connsiteX8" fmla="*/ 202503 w 251621"/>
                  <a:gd name="connsiteY8" fmla="*/ 12757 h 257789"/>
                  <a:gd name="connsiteX9" fmla="*/ 241093 w 251621"/>
                  <a:gd name="connsiteY9" fmla="*/ 50576 h 257789"/>
                  <a:gd name="connsiteX10" fmla="*/ 252680 w 251621"/>
                  <a:gd name="connsiteY10" fmla="*/ 108466 h 257789"/>
                  <a:gd name="connsiteX11" fmla="*/ 251903 w 251621"/>
                  <a:gd name="connsiteY11" fmla="*/ 129560 h 257789"/>
                  <a:gd name="connsiteX12" fmla="*/ 249077 w 251621"/>
                  <a:gd name="connsiteY12" fmla="*/ 151683 h 257789"/>
                  <a:gd name="connsiteX13" fmla="*/ 247014 w 251621"/>
                  <a:gd name="connsiteY13" fmla="*/ 153742 h 257789"/>
                  <a:gd name="connsiteX14" fmla="*/ 77730 w 251621"/>
                  <a:gd name="connsiteY14" fmla="*/ 153742 h 257789"/>
                  <a:gd name="connsiteX15" fmla="*/ 99081 w 251621"/>
                  <a:gd name="connsiteY15" fmla="*/ 183585 h 257789"/>
                  <a:gd name="connsiteX16" fmla="*/ 156974 w 251621"/>
                  <a:gd name="connsiteY16" fmla="*/ 190793 h 257789"/>
                  <a:gd name="connsiteX17" fmla="*/ 201471 w 251621"/>
                  <a:gd name="connsiteY17" fmla="*/ 189507 h 257789"/>
                  <a:gd name="connsiteX18" fmla="*/ 237758 w 251621"/>
                  <a:gd name="connsiteY18" fmla="*/ 185644 h 257789"/>
                  <a:gd name="connsiteX19" fmla="*/ 239807 w 251621"/>
                  <a:gd name="connsiteY19" fmla="*/ 187192 h 257789"/>
                  <a:gd name="connsiteX20" fmla="*/ 239807 w 251621"/>
                  <a:gd name="connsiteY20" fmla="*/ 244306 h 257789"/>
                  <a:gd name="connsiteX21" fmla="*/ 181151 w 251621"/>
                  <a:gd name="connsiteY21" fmla="*/ 99716 h 257789"/>
                  <a:gd name="connsiteX22" fmla="*/ 177294 w 251621"/>
                  <a:gd name="connsiteY22" fmla="*/ 78362 h 257789"/>
                  <a:gd name="connsiteX23" fmla="*/ 162117 w 251621"/>
                  <a:gd name="connsiteY23" fmla="*/ 64469 h 257789"/>
                  <a:gd name="connsiteX24" fmla="*/ 128671 w 251621"/>
                  <a:gd name="connsiteY24" fmla="*/ 59581 h 257789"/>
                  <a:gd name="connsiteX25" fmla="*/ 86222 w 251621"/>
                  <a:gd name="connsiteY25" fmla="*/ 70644 h 257789"/>
                  <a:gd name="connsiteX26" fmla="*/ 76190 w 251621"/>
                  <a:gd name="connsiteY26" fmla="*/ 99716 h 257789"/>
                  <a:gd name="connsiteX27" fmla="*/ 181151 w 251621"/>
                  <a:gd name="connsiteY27" fmla="*/ 99716 h 257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51621" h="257789">
                    <a:moveTo>
                      <a:pt x="239807" y="244306"/>
                    </a:moveTo>
                    <a:cubicBezTo>
                      <a:pt x="230203" y="247734"/>
                      <a:pt x="216916" y="250734"/>
                      <a:pt x="199931" y="253311"/>
                    </a:cubicBezTo>
                    <a:cubicBezTo>
                      <a:pt x="182946" y="255882"/>
                      <a:pt x="162801" y="257168"/>
                      <a:pt x="139480" y="257168"/>
                    </a:cubicBezTo>
                    <a:cubicBezTo>
                      <a:pt x="109971" y="257168"/>
                      <a:pt x="84843" y="253311"/>
                      <a:pt x="64094" y="245592"/>
                    </a:cubicBezTo>
                    <a:cubicBezTo>
                      <a:pt x="43345" y="237872"/>
                      <a:pt x="27646" y="224665"/>
                      <a:pt x="17011" y="205970"/>
                    </a:cubicBezTo>
                    <a:cubicBezTo>
                      <a:pt x="6376" y="187275"/>
                      <a:pt x="1058" y="161289"/>
                      <a:pt x="1058" y="128018"/>
                    </a:cubicBezTo>
                    <a:cubicBezTo>
                      <a:pt x="1058" y="82736"/>
                      <a:pt x="11439" y="49976"/>
                      <a:pt x="32187" y="29737"/>
                    </a:cubicBezTo>
                    <a:cubicBezTo>
                      <a:pt x="52936" y="9498"/>
                      <a:pt x="85097" y="-621"/>
                      <a:pt x="128671" y="-621"/>
                    </a:cubicBezTo>
                    <a:cubicBezTo>
                      <a:pt x="159881" y="-621"/>
                      <a:pt x="184500" y="3838"/>
                      <a:pt x="202503" y="12757"/>
                    </a:cubicBezTo>
                    <a:cubicBezTo>
                      <a:pt x="220519" y="21676"/>
                      <a:pt x="233378" y="34282"/>
                      <a:pt x="241093" y="50576"/>
                    </a:cubicBezTo>
                    <a:cubicBezTo>
                      <a:pt x="248809" y="66870"/>
                      <a:pt x="252680" y="86166"/>
                      <a:pt x="252680" y="108466"/>
                    </a:cubicBezTo>
                    <a:cubicBezTo>
                      <a:pt x="252680" y="114983"/>
                      <a:pt x="252412" y="122013"/>
                      <a:pt x="251903" y="129560"/>
                    </a:cubicBezTo>
                    <a:cubicBezTo>
                      <a:pt x="251380" y="137107"/>
                      <a:pt x="250443" y="144481"/>
                      <a:pt x="249077" y="151683"/>
                    </a:cubicBezTo>
                    <a:lnTo>
                      <a:pt x="247014" y="153742"/>
                    </a:lnTo>
                    <a:lnTo>
                      <a:pt x="77730" y="153742"/>
                    </a:lnTo>
                    <a:cubicBezTo>
                      <a:pt x="80128" y="168836"/>
                      <a:pt x="87240" y="178782"/>
                      <a:pt x="99081" y="183585"/>
                    </a:cubicBezTo>
                    <a:cubicBezTo>
                      <a:pt x="110922" y="188388"/>
                      <a:pt x="130211" y="190793"/>
                      <a:pt x="156974" y="190793"/>
                    </a:cubicBezTo>
                    <a:cubicBezTo>
                      <a:pt x="174802" y="190793"/>
                      <a:pt x="189644" y="190364"/>
                      <a:pt x="201471" y="189507"/>
                    </a:cubicBezTo>
                    <a:cubicBezTo>
                      <a:pt x="213312" y="188644"/>
                      <a:pt x="225408" y="187359"/>
                      <a:pt x="237758" y="185644"/>
                    </a:cubicBezTo>
                    <a:lnTo>
                      <a:pt x="239807" y="187192"/>
                    </a:lnTo>
                    <a:lnTo>
                      <a:pt x="239807" y="244306"/>
                    </a:lnTo>
                    <a:close/>
                    <a:moveTo>
                      <a:pt x="181151" y="99716"/>
                    </a:moveTo>
                    <a:cubicBezTo>
                      <a:pt x="181151" y="91483"/>
                      <a:pt x="179866" y="84365"/>
                      <a:pt x="177294" y="78362"/>
                    </a:cubicBezTo>
                    <a:cubicBezTo>
                      <a:pt x="174722" y="72359"/>
                      <a:pt x="169659" y="67728"/>
                      <a:pt x="162117" y="64469"/>
                    </a:cubicBezTo>
                    <a:cubicBezTo>
                      <a:pt x="154563" y="61210"/>
                      <a:pt x="143418" y="59581"/>
                      <a:pt x="128671" y="59581"/>
                    </a:cubicBezTo>
                    <a:cubicBezTo>
                      <a:pt x="107051" y="59581"/>
                      <a:pt x="92906" y="63268"/>
                      <a:pt x="86222" y="70644"/>
                    </a:cubicBezTo>
                    <a:cubicBezTo>
                      <a:pt x="79525" y="78019"/>
                      <a:pt x="76190" y="87710"/>
                      <a:pt x="76190" y="99716"/>
                    </a:cubicBezTo>
                    <a:lnTo>
                      <a:pt x="181151" y="99716"/>
                    </a:ln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ADC93AF-D30E-4480-B727-153064B2D4D5}"/>
                  </a:ext>
                </a:extLst>
              </p:cNvPr>
              <p:cNvSpPr/>
              <p:nvPr/>
            </p:nvSpPr>
            <p:spPr>
              <a:xfrm>
                <a:off x="11370779" y="486654"/>
                <a:ext cx="231034" cy="257789"/>
              </a:xfrm>
              <a:custGeom>
                <a:avLst/>
                <a:gdLst>
                  <a:gd name="connsiteX0" fmla="*/ 2768 w 231034"/>
                  <a:gd name="connsiteY0" fmla="*/ 181531 h 257789"/>
                  <a:gd name="connsiteX1" fmla="*/ 91776 w 231034"/>
                  <a:gd name="connsiteY1" fmla="*/ 192852 h 257789"/>
                  <a:gd name="connsiteX2" fmla="*/ 127286 w 231034"/>
                  <a:gd name="connsiteY2" fmla="*/ 191305 h 257789"/>
                  <a:gd name="connsiteX3" fmla="*/ 143239 w 231034"/>
                  <a:gd name="connsiteY3" fmla="*/ 186162 h 257789"/>
                  <a:gd name="connsiteX4" fmla="*/ 147351 w 231034"/>
                  <a:gd name="connsiteY4" fmla="*/ 176383 h 257789"/>
                  <a:gd name="connsiteX5" fmla="*/ 140922 w 231034"/>
                  <a:gd name="connsiteY5" fmla="*/ 165580 h 257789"/>
                  <a:gd name="connsiteX6" fmla="*/ 115445 w 231034"/>
                  <a:gd name="connsiteY6" fmla="*/ 159920 h 257789"/>
                  <a:gd name="connsiteX7" fmla="*/ 74805 w 231034"/>
                  <a:gd name="connsiteY7" fmla="*/ 152201 h 257789"/>
                  <a:gd name="connsiteX8" fmla="*/ 18453 w 231034"/>
                  <a:gd name="connsiteY8" fmla="*/ 127756 h 257789"/>
                  <a:gd name="connsiteX9" fmla="*/ 1213 w 231034"/>
                  <a:gd name="connsiteY9" fmla="*/ 77590 h 257789"/>
                  <a:gd name="connsiteX10" fmla="*/ 28231 w 231034"/>
                  <a:gd name="connsiteY10" fmla="*/ 15844 h 257789"/>
                  <a:gd name="connsiteX11" fmla="*/ 114413 w 231034"/>
                  <a:gd name="connsiteY11" fmla="*/ -621 h 257789"/>
                  <a:gd name="connsiteX12" fmla="*/ 176941 w 231034"/>
                  <a:gd name="connsiteY12" fmla="*/ 3238 h 257789"/>
                  <a:gd name="connsiteX13" fmla="*/ 221961 w 231034"/>
                  <a:gd name="connsiteY13" fmla="*/ 12757 h 257789"/>
                  <a:gd name="connsiteX14" fmla="*/ 220929 w 231034"/>
                  <a:gd name="connsiteY14" fmla="*/ 75017 h 257789"/>
                  <a:gd name="connsiteX15" fmla="*/ 219389 w 231034"/>
                  <a:gd name="connsiteY15" fmla="*/ 76561 h 257789"/>
                  <a:gd name="connsiteX16" fmla="*/ 128317 w 231034"/>
                  <a:gd name="connsiteY16" fmla="*/ 63183 h 257789"/>
                  <a:gd name="connsiteX17" fmla="*/ 94602 w 231034"/>
                  <a:gd name="connsiteY17" fmla="*/ 66528 h 257789"/>
                  <a:gd name="connsiteX18" fmla="*/ 85092 w 231034"/>
                  <a:gd name="connsiteY18" fmla="*/ 79648 h 257789"/>
                  <a:gd name="connsiteX19" fmla="*/ 87918 w 231034"/>
                  <a:gd name="connsiteY19" fmla="*/ 87881 h 257789"/>
                  <a:gd name="connsiteX20" fmla="*/ 101045 w 231034"/>
                  <a:gd name="connsiteY20" fmla="*/ 93798 h 257789"/>
                  <a:gd name="connsiteX21" fmla="*/ 133461 w 231034"/>
                  <a:gd name="connsiteY21" fmla="*/ 100745 h 257789"/>
                  <a:gd name="connsiteX22" fmla="*/ 171020 w 231034"/>
                  <a:gd name="connsiteY22" fmla="*/ 107948 h 257789"/>
                  <a:gd name="connsiteX23" fmla="*/ 217326 w 231034"/>
                  <a:gd name="connsiteY23" fmla="*/ 130072 h 257789"/>
                  <a:gd name="connsiteX24" fmla="*/ 232248 w 231034"/>
                  <a:gd name="connsiteY24" fmla="*/ 178955 h 257789"/>
                  <a:gd name="connsiteX25" fmla="*/ 221452 w 231034"/>
                  <a:gd name="connsiteY25" fmla="*/ 225522 h 257789"/>
                  <a:gd name="connsiteX26" fmla="*/ 185165 w 231034"/>
                  <a:gd name="connsiteY26" fmla="*/ 249966 h 257789"/>
                  <a:gd name="connsiteX27" fmla="*/ 114936 w 231034"/>
                  <a:gd name="connsiteY27" fmla="*/ 257168 h 257789"/>
                  <a:gd name="connsiteX28" fmla="*/ 52409 w 231034"/>
                  <a:gd name="connsiteY28" fmla="*/ 253823 h 257789"/>
                  <a:gd name="connsiteX29" fmla="*/ 1213 w 231034"/>
                  <a:gd name="connsiteY29" fmla="*/ 245848 h 257789"/>
                  <a:gd name="connsiteX30" fmla="*/ 1213 w 231034"/>
                  <a:gd name="connsiteY30" fmla="*/ 182561 h 257789"/>
                  <a:gd name="connsiteX31" fmla="*/ 2768 w 231034"/>
                  <a:gd name="connsiteY31" fmla="*/ 181531 h 257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1034" h="257789">
                    <a:moveTo>
                      <a:pt x="2768" y="181531"/>
                    </a:moveTo>
                    <a:cubicBezTo>
                      <a:pt x="29517" y="189073"/>
                      <a:pt x="59186" y="192852"/>
                      <a:pt x="91776" y="192852"/>
                    </a:cubicBezTo>
                    <a:cubicBezTo>
                      <a:pt x="107555" y="192852"/>
                      <a:pt x="119396" y="192334"/>
                      <a:pt x="127286" y="191305"/>
                    </a:cubicBezTo>
                    <a:cubicBezTo>
                      <a:pt x="135175" y="190275"/>
                      <a:pt x="140493" y="188561"/>
                      <a:pt x="143239" y="186162"/>
                    </a:cubicBezTo>
                    <a:cubicBezTo>
                      <a:pt x="145972" y="183758"/>
                      <a:pt x="147351" y="180502"/>
                      <a:pt x="147351" y="176383"/>
                    </a:cubicBezTo>
                    <a:cubicBezTo>
                      <a:pt x="147351" y="170550"/>
                      <a:pt x="145208" y="166949"/>
                      <a:pt x="140922" y="165580"/>
                    </a:cubicBezTo>
                    <a:cubicBezTo>
                      <a:pt x="136635" y="164206"/>
                      <a:pt x="128143" y="162319"/>
                      <a:pt x="115445" y="159920"/>
                    </a:cubicBezTo>
                    <a:lnTo>
                      <a:pt x="74805" y="152201"/>
                    </a:lnTo>
                    <a:cubicBezTo>
                      <a:pt x="48725" y="147052"/>
                      <a:pt x="29946" y="138910"/>
                      <a:pt x="18453" y="127756"/>
                    </a:cubicBezTo>
                    <a:cubicBezTo>
                      <a:pt x="6960" y="116609"/>
                      <a:pt x="1213" y="99887"/>
                      <a:pt x="1213" y="77590"/>
                    </a:cubicBezTo>
                    <a:cubicBezTo>
                      <a:pt x="1213" y="47404"/>
                      <a:pt x="10228" y="26821"/>
                      <a:pt x="28231" y="15844"/>
                    </a:cubicBezTo>
                    <a:cubicBezTo>
                      <a:pt x="46247" y="4867"/>
                      <a:pt x="74966" y="-621"/>
                      <a:pt x="114413" y="-621"/>
                    </a:cubicBezTo>
                    <a:cubicBezTo>
                      <a:pt x="138082" y="-621"/>
                      <a:pt x="158924" y="665"/>
                      <a:pt x="176941" y="3238"/>
                    </a:cubicBezTo>
                    <a:cubicBezTo>
                      <a:pt x="194943" y="5811"/>
                      <a:pt x="209959" y="8984"/>
                      <a:pt x="221961" y="12757"/>
                    </a:cubicBezTo>
                    <a:lnTo>
                      <a:pt x="220929" y="75017"/>
                    </a:lnTo>
                    <a:lnTo>
                      <a:pt x="219389" y="76561"/>
                    </a:lnTo>
                    <a:cubicBezTo>
                      <a:pt x="191595" y="67642"/>
                      <a:pt x="161242" y="63183"/>
                      <a:pt x="128317" y="63183"/>
                    </a:cubicBezTo>
                    <a:cubicBezTo>
                      <a:pt x="112190" y="63183"/>
                      <a:pt x="100951" y="64297"/>
                      <a:pt x="94602" y="66528"/>
                    </a:cubicBezTo>
                    <a:cubicBezTo>
                      <a:pt x="88267" y="68757"/>
                      <a:pt x="85092" y="73131"/>
                      <a:pt x="85092" y="79648"/>
                    </a:cubicBezTo>
                    <a:cubicBezTo>
                      <a:pt x="85092" y="83079"/>
                      <a:pt x="86030" y="85823"/>
                      <a:pt x="87918" y="87881"/>
                    </a:cubicBezTo>
                    <a:cubicBezTo>
                      <a:pt x="89807" y="89939"/>
                      <a:pt x="94187" y="91912"/>
                      <a:pt x="101045" y="93798"/>
                    </a:cubicBezTo>
                    <a:cubicBezTo>
                      <a:pt x="107904" y="95685"/>
                      <a:pt x="118713" y="98000"/>
                      <a:pt x="133461" y="100745"/>
                    </a:cubicBezTo>
                    <a:lnTo>
                      <a:pt x="171020" y="107948"/>
                    </a:lnTo>
                    <a:cubicBezTo>
                      <a:pt x="191943" y="112407"/>
                      <a:pt x="207387" y="119781"/>
                      <a:pt x="217326" y="130072"/>
                    </a:cubicBezTo>
                    <a:cubicBezTo>
                      <a:pt x="227278" y="140363"/>
                      <a:pt x="232248" y="156659"/>
                      <a:pt x="232248" y="178955"/>
                    </a:cubicBezTo>
                    <a:cubicBezTo>
                      <a:pt x="232248" y="198507"/>
                      <a:pt x="228645" y="214029"/>
                      <a:pt x="221452" y="225522"/>
                    </a:cubicBezTo>
                    <a:cubicBezTo>
                      <a:pt x="214245" y="237015"/>
                      <a:pt x="202149" y="245163"/>
                      <a:pt x="185165" y="249966"/>
                    </a:cubicBezTo>
                    <a:cubicBezTo>
                      <a:pt x="168194" y="254769"/>
                      <a:pt x="144780" y="257168"/>
                      <a:pt x="114936" y="257168"/>
                    </a:cubicBezTo>
                    <a:cubicBezTo>
                      <a:pt x="92298" y="257168"/>
                      <a:pt x="71456" y="256055"/>
                      <a:pt x="52409" y="253823"/>
                    </a:cubicBezTo>
                    <a:cubicBezTo>
                      <a:pt x="33375" y="251591"/>
                      <a:pt x="16310" y="248937"/>
                      <a:pt x="1213" y="245848"/>
                    </a:cubicBezTo>
                    <a:lnTo>
                      <a:pt x="1213" y="182561"/>
                    </a:lnTo>
                    <a:lnTo>
                      <a:pt x="2768" y="181531"/>
                    </a:ln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5DD7F33-7158-468D-B665-25DE79BFDB68}"/>
                  </a:ext>
                </a:extLst>
              </p:cNvPr>
              <p:cNvSpPr/>
              <p:nvPr/>
            </p:nvSpPr>
            <p:spPr>
              <a:xfrm>
                <a:off x="11632688" y="486654"/>
                <a:ext cx="231034" cy="257789"/>
              </a:xfrm>
              <a:custGeom>
                <a:avLst/>
                <a:gdLst>
                  <a:gd name="connsiteX0" fmla="*/ 2904 w 231034"/>
                  <a:gd name="connsiteY0" fmla="*/ 181531 h 257789"/>
                  <a:gd name="connsiteX1" fmla="*/ 91926 w 231034"/>
                  <a:gd name="connsiteY1" fmla="*/ 192852 h 257789"/>
                  <a:gd name="connsiteX2" fmla="*/ 127422 w 231034"/>
                  <a:gd name="connsiteY2" fmla="*/ 191305 h 257789"/>
                  <a:gd name="connsiteX3" fmla="*/ 143375 w 231034"/>
                  <a:gd name="connsiteY3" fmla="*/ 186162 h 257789"/>
                  <a:gd name="connsiteX4" fmla="*/ 147501 w 231034"/>
                  <a:gd name="connsiteY4" fmla="*/ 176383 h 257789"/>
                  <a:gd name="connsiteX5" fmla="*/ 141058 w 231034"/>
                  <a:gd name="connsiteY5" fmla="*/ 165580 h 257789"/>
                  <a:gd name="connsiteX6" fmla="*/ 115594 w 231034"/>
                  <a:gd name="connsiteY6" fmla="*/ 159920 h 257789"/>
                  <a:gd name="connsiteX7" fmla="*/ 74941 w 231034"/>
                  <a:gd name="connsiteY7" fmla="*/ 152201 h 257789"/>
                  <a:gd name="connsiteX8" fmla="*/ 18603 w 231034"/>
                  <a:gd name="connsiteY8" fmla="*/ 127756 h 257789"/>
                  <a:gd name="connsiteX9" fmla="*/ 1363 w 231034"/>
                  <a:gd name="connsiteY9" fmla="*/ 77590 h 257789"/>
                  <a:gd name="connsiteX10" fmla="*/ 28381 w 231034"/>
                  <a:gd name="connsiteY10" fmla="*/ 15844 h 257789"/>
                  <a:gd name="connsiteX11" fmla="*/ 114563 w 231034"/>
                  <a:gd name="connsiteY11" fmla="*/ -621 h 257789"/>
                  <a:gd name="connsiteX12" fmla="*/ 177077 w 231034"/>
                  <a:gd name="connsiteY12" fmla="*/ 3238 h 257789"/>
                  <a:gd name="connsiteX13" fmla="*/ 222110 w 231034"/>
                  <a:gd name="connsiteY13" fmla="*/ 12757 h 257789"/>
                  <a:gd name="connsiteX14" fmla="*/ 221079 w 231034"/>
                  <a:gd name="connsiteY14" fmla="*/ 75017 h 257789"/>
                  <a:gd name="connsiteX15" fmla="*/ 219539 w 231034"/>
                  <a:gd name="connsiteY15" fmla="*/ 76561 h 257789"/>
                  <a:gd name="connsiteX16" fmla="*/ 128454 w 231034"/>
                  <a:gd name="connsiteY16" fmla="*/ 63183 h 257789"/>
                  <a:gd name="connsiteX17" fmla="*/ 94752 w 231034"/>
                  <a:gd name="connsiteY17" fmla="*/ 66528 h 257789"/>
                  <a:gd name="connsiteX18" fmla="*/ 85242 w 231034"/>
                  <a:gd name="connsiteY18" fmla="*/ 79648 h 257789"/>
                  <a:gd name="connsiteX19" fmla="*/ 88068 w 231034"/>
                  <a:gd name="connsiteY19" fmla="*/ 87881 h 257789"/>
                  <a:gd name="connsiteX20" fmla="*/ 101182 w 231034"/>
                  <a:gd name="connsiteY20" fmla="*/ 93798 h 257789"/>
                  <a:gd name="connsiteX21" fmla="*/ 133597 w 231034"/>
                  <a:gd name="connsiteY21" fmla="*/ 100745 h 257789"/>
                  <a:gd name="connsiteX22" fmla="*/ 171170 w 231034"/>
                  <a:gd name="connsiteY22" fmla="*/ 107948 h 257789"/>
                  <a:gd name="connsiteX23" fmla="*/ 217476 w 231034"/>
                  <a:gd name="connsiteY23" fmla="*/ 130072 h 257789"/>
                  <a:gd name="connsiteX24" fmla="*/ 232397 w 231034"/>
                  <a:gd name="connsiteY24" fmla="*/ 178955 h 257789"/>
                  <a:gd name="connsiteX25" fmla="*/ 221588 w 231034"/>
                  <a:gd name="connsiteY25" fmla="*/ 225522 h 257789"/>
                  <a:gd name="connsiteX26" fmla="*/ 185315 w 231034"/>
                  <a:gd name="connsiteY26" fmla="*/ 249966 h 257789"/>
                  <a:gd name="connsiteX27" fmla="*/ 115086 w 231034"/>
                  <a:gd name="connsiteY27" fmla="*/ 257168 h 257789"/>
                  <a:gd name="connsiteX28" fmla="*/ 52558 w 231034"/>
                  <a:gd name="connsiteY28" fmla="*/ 253823 h 257789"/>
                  <a:gd name="connsiteX29" fmla="*/ 1363 w 231034"/>
                  <a:gd name="connsiteY29" fmla="*/ 245848 h 257789"/>
                  <a:gd name="connsiteX30" fmla="*/ 1363 w 231034"/>
                  <a:gd name="connsiteY30" fmla="*/ 182561 h 257789"/>
                  <a:gd name="connsiteX31" fmla="*/ 2904 w 231034"/>
                  <a:gd name="connsiteY31" fmla="*/ 181531 h 257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1034" h="257789">
                    <a:moveTo>
                      <a:pt x="2904" y="181531"/>
                    </a:moveTo>
                    <a:cubicBezTo>
                      <a:pt x="29667" y="189073"/>
                      <a:pt x="59336" y="192852"/>
                      <a:pt x="91926" y="192852"/>
                    </a:cubicBezTo>
                    <a:cubicBezTo>
                      <a:pt x="107705" y="192852"/>
                      <a:pt x="119532" y="192334"/>
                      <a:pt x="127422" y="191305"/>
                    </a:cubicBezTo>
                    <a:cubicBezTo>
                      <a:pt x="135312" y="190275"/>
                      <a:pt x="140629" y="188561"/>
                      <a:pt x="143375" y="186162"/>
                    </a:cubicBezTo>
                    <a:cubicBezTo>
                      <a:pt x="146121" y="183758"/>
                      <a:pt x="147501" y="180502"/>
                      <a:pt x="147501" y="176383"/>
                    </a:cubicBezTo>
                    <a:cubicBezTo>
                      <a:pt x="147501" y="170550"/>
                      <a:pt x="145358" y="166949"/>
                      <a:pt x="141058" y="165580"/>
                    </a:cubicBezTo>
                    <a:cubicBezTo>
                      <a:pt x="136772" y="164206"/>
                      <a:pt x="128279" y="162319"/>
                      <a:pt x="115594" y="159920"/>
                    </a:cubicBezTo>
                    <a:lnTo>
                      <a:pt x="74941" y="152201"/>
                    </a:lnTo>
                    <a:cubicBezTo>
                      <a:pt x="48875" y="147052"/>
                      <a:pt x="30095" y="138910"/>
                      <a:pt x="18603" y="127756"/>
                    </a:cubicBezTo>
                    <a:cubicBezTo>
                      <a:pt x="7110" y="116609"/>
                      <a:pt x="1363" y="99887"/>
                      <a:pt x="1363" y="77590"/>
                    </a:cubicBezTo>
                    <a:cubicBezTo>
                      <a:pt x="1363" y="47404"/>
                      <a:pt x="10365" y="26821"/>
                      <a:pt x="28381" y="15844"/>
                    </a:cubicBezTo>
                    <a:cubicBezTo>
                      <a:pt x="46383" y="4867"/>
                      <a:pt x="75115" y="-621"/>
                      <a:pt x="114563" y="-621"/>
                    </a:cubicBezTo>
                    <a:cubicBezTo>
                      <a:pt x="138232" y="-621"/>
                      <a:pt x="159074" y="665"/>
                      <a:pt x="177077" y="3238"/>
                    </a:cubicBezTo>
                    <a:cubicBezTo>
                      <a:pt x="195093" y="5811"/>
                      <a:pt x="210095" y="8984"/>
                      <a:pt x="222110" y="12757"/>
                    </a:cubicBezTo>
                    <a:lnTo>
                      <a:pt x="221079" y="75017"/>
                    </a:lnTo>
                    <a:lnTo>
                      <a:pt x="219539" y="76561"/>
                    </a:lnTo>
                    <a:cubicBezTo>
                      <a:pt x="191744" y="67642"/>
                      <a:pt x="161391" y="63183"/>
                      <a:pt x="128454" y="63183"/>
                    </a:cubicBezTo>
                    <a:cubicBezTo>
                      <a:pt x="112340" y="63183"/>
                      <a:pt x="101101" y="64297"/>
                      <a:pt x="94752" y="66528"/>
                    </a:cubicBezTo>
                    <a:cubicBezTo>
                      <a:pt x="88403" y="68757"/>
                      <a:pt x="85242" y="73131"/>
                      <a:pt x="85242" y="79648"/>
                    </a:cubicBezTo>
                    <a:cubicBezTo>
                      <a:pt x="85242" y="83079"/>
                      <a:pt x="86179" y="85823"/>
                      <a:pt x="88068" y="87881"/>
                    </a:cubicBezTo>
                    <a:cubicBezTo>
                      <a:pt x="89957" y="89939"/>
                      <a:pt x="94324" y="91912"/>
                      <a:pt x="101182" y="93798"/>
                    </a:cubicBezTo>
                    <a:cubicBezTo>
                      <a:pt x="108053" y="95685"/>
                      <a:pt x="118849" y="98000"/>
                      <a:pt x="133597" y="100745"/>
                    </a:cubicBezTo>
                    <a:lnTo>
                      <a:pt x="171170" y="107948"/>
                    </a:lnTo>
                    <a:cubicBezTo>
                      <a:pt x="192093" y="112407"/>
                      <a:pt x="207523" y="119781"/>
                      <a:pt x="217476" y="130072"/>
                    </a:cubicBezTo>
                    <a:cubicBezTo>
                      <a:pt x="227428" y="140363"/>
                      <a:pt x="232397" y="156659"/>
                      <a:pt x="232397" y="178955"/>
                    </a:cubicBezTo>
                    <a:cubicBezTo>
                      <a:pt x="232397" y="198507"/>
                      <a:pt x="228794" y="214029"/>
                      <a:pt x="221588" y="225522"/>
                    </a:cubicBezTo>
                    <a:cubicBezTo>
                      <a:pt x="214381" y="237015"/>
                      <a:pt x="202299" y="245163"/>
                      <a:pt x="185315" y="249966"/>
                    </a:cubicBezTo>
                    <a:cubicBezTo>
                      <a:pt x="168330" y="254769"/>
                      <a:pt x="144916" y="257168"/>
                      <a:pt x="115086" y="257168"/>
                    </a:cubicBezTo>
                    <a:cubicBezTo>
                      <a:pt x="92435" y="257168"/>
                      <a:pt x="71606" y="256055"/>
                      <a:pt x="52558" y="253823"/>
                    </a:cubicBezTo>
                    <a:cubicBezTo>
                      <a:pt x="33524" y="251591"/>
                      <a:pt x="16459" y="248937"/>
                      <a:pt x="1363" y="245848"/>
                    </a:cubicBezTo>
                    <a:lnTo>
                      <a:pt x="1363" y="182561"/>
                    </a:lnTo>
                    <a:lnTo>
                      <a:pt x="2904" y="181531"/>
                    </a:ln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grpSp>
          <p:nvGrpSpPr>
            <p:cNvPr id="57" name="Graphic 28">
              <a:extLst>
                <a:ext uri="{FF2B5EF4-FFF2-40B4-BE49-F238E27FC236}">
                  <a16:creationId xmlns:a16="http://schemas.microsoft.com/office/drawing/2014/main" id="{3FF44A3E-B676-44E0-90B7-6F04F6645735}"/>
                </a:ext>
              </a:extLst>
            </p:cNvPr>
            <p:cNvGrpSpPr/>
            <p:nvPr userDrawn="1"/>
          </p:nvGrpSpPr>
          <p:grpSpPr>
            <a:xfrm>
              <a:off x="10054989" y="799836"/>
              <a:ext cx="1708310" cy="352466"/>
              <a:chOff x="10054989" y="799836"/>
              <a:chExt cx="1708310" cy="352466"/>
            </a:xfrm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60FA123-FD20-4829-ABB2-3D622FCBBB23}"/>
                  </a:ext>
                </a:extLst>
              </p:cNvPr>
              <p:cNvSpPr/>
              <p:nvPr/>
            </p:nvSpPr>
            <p:spPr>
              <a:xfrm>
                <a:off x="10054989" y="894514"/>
                <a:ext cx="231032" cy="257788"/>
              </a:xfrm>
              <a:custGeom>
                <a:avLst/>
                <a:gdLst>
                  <a:gd name="connsiteX0" fmla="*/ 3635 w 231032"/>
                  <a:gd name="connsiteY0" fmla="*/ 182813 h 257788"/>
                  <a:gd name="connsiteX1" fmla="*/ 92653 w 231032"/>
                  <a:gd name="connsiteY1" fmla="*/ 194133 h 257788"/>
                  <a:gd name="connsiteX2" fmla="*/ 128157 w 231032"/>
                  <a:gd name="connsiteY2" fmla="*/ 192589 h 257788"/>
                  <a:gd name="connsiteX3" fmla="*/ 144108 w 231032"/>
                  <a:gd name="connsiteY3" fmla="*/ 187444 h 257788"/>
                  <a:gd name="connsiteX4" fmla="*/ 148224 w 231032"/>
                  <a:gd name="connsiteY4" fmla="*/ 177667 h 257788"/>
                  <a:gd name="connsiteX5" fmla="*/ 141792 w 231032"/>
                  <a:gd name="connsiteY5" fmla="*/ 166862 h 257788"/>
                  <a:gd name="connsiteX6" fmla="*/ 116322 w 231032"/>
                  <a:gd name="connsiteY6" fmla="*/ 161201 h 257788"/>
                  <a:gd name="connsiteX7" fmla="*/ 75673 w 231032"/>
                  <a:gd name="connsiteY7" fmla="*/ 153484 h 257788"/>
                  <a:gd name="connsiteX8" fmla="*/ 19329 w 231032"/>
                  <a:gd name="connsiteY8" fmla="*/ 129043 h 257788"/>
                  <a:gd name="connsiteX9" fmla="*/ 2092 w 231032"/>
                  <a:gd name="connsiteY9" fmla="*/ 78874 h 257788"/>
                  <a:gd name="connsiteX10" fmla="*/ 29105 w 231032"/>
                  <a:gd name="connsiteY10" fmla="*/ 17128 h 257788"/>
                  <a:gd name="connsiteX11" fmla="*/ 115293 w 231032"/>
                  <a:gd name="connsiteY11" fmla="*/ 662 h 257788"/>
                  <a:gd name="connsiteX12" fmla="*/ 177811 w 231032"/>
                  <a:gd name="connsiteY12" fmla="*/ 4522 h 257788"/>
                  <a:gd name="connsiteX13" fmla="*/ 222835 w 231032"/>
                  <a:gd name="connsiteY13" fmla="*/ 14041 h 257788"/>
                  <a:gd name="connsiteX14" fmla="*/ 221804 w 231032"/>
                  <a:gd name="connsiteY14" fmla="*/ 76301 h 257788"/>
                  <a:gd name="connsiteX15" fmla="*/ 220261 w 231032"/>
                  <a:gd name="connsiteY15" fmla="*/ 77845 h 257788"/>
                  <a:gd name="connsiteX16" fmla="*/ 129186 w 231032"/>
                  <a:gd name="connsiteY16" fmla="*/ 64467 h 257788"/>
                  <a:gd name="connsiteX17" fmla="*/ 95483 w 231032"/>
                  <a:gd name="connsiteY17" fmla="*/ 67811 h 257788"/>
                  <a:gd name="connsiteX18" fmla="*/ 85963 w 231032"/>
                  <a:gd name="connsiteY18" fmla="*/ 80932 h 257788"/>
                  <a:gd name="connsiteX19" fmla="*/ 88794 w 231032"/>
                  <a:gd name="connsiteY19" fmla="*/ 89165 h 257788"/>
                  <a:gd name="connsiteX20" fmla="*/ 101915 w 231032"/>
                  <a:gd name="connsiteY20" fmla="*/ 95082 h 257788"/>
                  <a:gd name="connsiteX21" fmla="*/ 134331 w 231032"/>
                  <a:gd name="connsiteY21" fmla="*/ 102029 h 257788"/>
                  <a:gd name="connsiteX22" fmla="*/ 171893 w 231032"/>
                  <a:gd name="connsiteY22" fmla="*/ 109232 h 257788"/>
                  <a:gd name="connsiteX23" fmla="*/ 218204 w 231032"/>
                  <a:gd name="connsiteY23" fmla="*/ 131358 h 257788"/>
                  <a:gd name="connsiteX24" fmla="*/ 233125 w 231032"/>
                  <a:gd name="connsiteY24" fmla="*/ 180240 h 257788"/>
                  <a:gd name="connsiteX25" fmla="*/ 222319 w 231032"/>
                  <a:gd name="connsiteY25" fmla="*/ 226807 h 257788"/>
                  <a:gd name="connsiteX26" fmla="*/ 186044 w 231032"/>
                  <a:gd name="connsiteY26" fmla="*/ 251248 h 257788"/>
                  <a:gd name="connsiteX27" fmla="*/ 115808 w 231032"/>
                  <a:gd name="connsiteY27" fmla="*/ 258451 h 257788"/>
                  <a:gd name="connsiteX28" fmla="*/ 53290 w 231032"/>
                  <a:gd name="connsiteY28" fmla="*/ 255106 h 257788"/>
                  <a:gd name="connsiteX29" fmla="*/ 2092 w 231032"/>
                  <a:gd name="connsiteY29" fmla="*/ 247131 h 257788"/>
                  <a:gd name="connsiteX30" fmla="*/ 2092 w 231032"/>
                  <a:gd name="connsiteY30" fmla="*/ 183841 h 257788"/>
                  <a:gd name="connsiteX31" fmla="*/ 3635 w 231032"/>
                  <a:gd name="connsiteY31" fmla="*/ 182813 h 25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1032" h="257788">
                    <a:moveTo>
                      <a:pt x="3635" y="182813"/>
                    </a:moveTo>
                    <a:cubicBezTo>
                      <a:pt x="30392" y="190359"/>
                      <a:pt x="60065" y="194133"/>
                      <a:pt x="92653" y="194133"/>
                    </a:cubicBezTo>
                    <a:cubicBezTo>
                      <a:pt x="108433" y="194133"/>
                      <a:pt x="120267" y="193618"/>
                      <a:pt x="128157" y="192589"/>
                    </a:cubicBezTo>
                    <a:cubicBezTo>
                      <a:pt x="136046" y="191560"/>
                      <a:pt x="141364" y="189845"/>
                      <a:pt x="144108" y="187444"/>
                    </a:cubicBezTo>
                    <a:cubicBezTo>
                      <a:pt x="146853" y="185042"/>
                      <a:pt x="148224" y="181783"/>
                      <a:pt x="148224" y="177667"/>
                    </a:cubicBezTo>
                    <a:cubicBezTo>
                      <a:pt x="148224" y="171836"/>
                      <a:pt x="146081" y="168234"/>
                      <a:pt x="141792" y="166862"/>
                    </a:cubicBezTo>
                    <a:cubicBezTo>
                      <a:pt x="137505" y="165489"/>
                      <a:pt x="129014" y="163603"/>
                      <a:pt x="116322" y="161201"/>
                    </a:cubicBezTo>
                    <a:lnTo>
                      <a:pt x="75673" y="153484"/>
                    </a:lnTo>
                    <a:cubicBezTo>
                      <a:pt x="49602" y="148338"/>
                      <a:pt x="30821" y="140191"/>
                      <a:pt x="19329" y="129043"/>
                    </a:cubicBezTo>
                    <a:cubicBezTo>
                      <a:pt x="7838" y="117894"/>
                      <a:pt x="2092" y="101171"/>
                      <a:pt x="2092" y="78874"/>
                    </a:cubicBezTo>
                    <a:cubicBezTo>
                      <a:pt x="2092" y="48687"/>
                      <a:pt x="11096" y="28105"/>
                      <a:pt x="29105" y="17128"/>
                    </a:cubicBezTo>
                    <a:cubicBezTo>
                      <a:pt x="47115" y="6151"/>
                      <a:pt x="75844" y="662"/>
                      <a:pt x="115293" y="662"/>
                    </a:cubicBezTo>
                    <a:cubicBezTo>
                      <a:pt x="138962" y="662"/>
                      <a:pt x="159801" y="1948"/>
                      <a:pt x="177811" y="4522"/>
                    </a:cubicBezTo>
                    <a:cubicBezTo>
                      <a:pt x="195820" y="7094"/>
                      <a:pt x="210827" y="10267"/>
                      <a:pt x="222835" y="14041"/>
                    </a:cubicBezTo>
                    <a:lnTo>
                      <a:pt x="221804" y="76301"/>
                    </a:lnTo>
                    <a:lnTo>
                      <a:pt x="220261" y="77845"/>
                    </a:lnTo>
                    <a:cubicBezTo>
                      <a:pt x="192476" y="68926"/>
                      <a:pt x="162117" y="64467"/>
                      <a:pt x="129186" y="64467"/>
                    </a:cubicBezTo>
                    <a:cubicBezTo>
                      <a:pt x="113064" y="64467"/>
                      <a:pt x="101829" y="65581"/>
                      <a:pt x="95483" y="67811"/>
                    </a:cubicBezTo>
                    <a:cubicBezTo>
                      <a:pt x="89137" y="70040"/>
                      <a:pt x="85963" y="74414"/>
                      <a:pt x="85963" y="80932"/>
                    </a:cubicBezTo>
                    <a:cubicBezTo>
                      <a:pt x="85963" y="84362"/>
                      <a:pt x="86907" y="87107"/>
                      <a:pt x="88794" y="89165"/>
                    </a:cubicBezTo>
                    <a:cubicBezTo>
                      <a:pt x="90680" y="91223"/>
                      <a:pt x="95054" y="93195"/>
                      <a:pt x="101915" y="95082"/>
                    </a:cubicBezTo>
                    <a:cubicBezTo>
                      <a:pt x="108775" y="96969"/>
                      <a:pt x="119582" y="99284"/>
                      <a:pt x="134331" y="102029"/>
                    </a:cubicBezTo>
                    <a:lnTo>
                      <a:pt x="171893" y="109232"/>
                    </a:lnTo>
                    <a:cubicBezTo>
                      <a:pt x="192818" y="113691"/>
                      <a:pt x="208255" y="121067"/>
                      <a:pt x="218204" y="131358"/>
                    </a:cubicBezTo>
                    <a:cubicBezTo>
                      <a:pt x="228150" y="141648"/>
                      <a:pt x="233125" y="157943"/>
                      <a:pt x="233125" y="180240"/>
                    </a:cubicBezTo>
                    <a:cubicBezTo>
                      <a:pt x="233125" y="199793"/>
                      <a:pt x="229523" y="215315"/>
                      <a:pt x="222319" y="226807"/>
                    </a:cubicBezTo>
                    <a:cubicBezTo>
                      <a:pt x="215116" y="238298"/>
                      <a:pt x="203024" y="246445"/>
                      <a:pt x="186044" y="251248"/>
                    </a:cubicBezTo>
                    <a:cubicBezTo>
                      <a:pt x="169063" y="256050"/>
                      <a:pt x="145652" y="258451"/>
                      <a:pt x="115808" y="258451"/>
                    </a:cubicBezTo>
                    <a:cubicBezTo>
                      <a:pt x="93167" y="258451"/>
                      <a:pt x="72328" y="257337"/>
                      <a:pt x="53290" y="255106"/>
                    </a:cubicBezTo>
                    <a:cubicBezTo>
                      <a:pt x="34252" y="252877"/>
                      <a:pt x="17186" y="250218"/>
                      <a:pt x="2092" y="247131"/>
                    </a:cubicBezTo>
                    <a:lnTo>
                      <a:pt x="2092" y="183841"/>
                    </a:lnTo>
                    <a:lnTo>
                      <a:pt x="3635" y="182813"/>
                    </a:ln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F6A6D4A-D833-4E31-8E7C-F7986711B7C2}"/>
                  </a:ext>
                </a:extLst>
              </p:cNvPr>
              <p:cNvSpPr/>
              <p:nvPr/>
            </p:nvSpPr>
            <p:spPr>
              <a:xfrm>
                <a:off x="10311749" y="894514"/>
                <a:ext cx="213023" cy="257788"/>
              </a:xfrm>
              <a:custGeom>
                <a:avLst/>
                <a:gdLst>
                  <a:gd name="connsiteX0" fmla="*/ 215258 w 213023"/>
                  <a:gd name="connsiteY0" fmla="*/ 181269 h 257788"/>
                  <a:gd name="connsiteX1" fmla="*/ 215258 w 213023"/>
                  <a:gd name="connsiteY1" fmla="*/ 248160 h 257788"/>
                  <a:gd name="connsiteX2" fmla="*/ 177182 w 213023"/>
                  <a:gd name="connsiteY2" fmla="*/ 255879 h 257788"/>
                  <a:gd name="connsiteX3" fmla="*/ 123668 w 213023"/>
                  <a:gd name="connsiteY3" fmla="*/ 258451 h 257788"/>
                  <a:gd name="connsiteX4" fmla="*/ 56006 w 213023"/>
                  <a:gd name="connsiteY4" fmla="*/ 247131 h 257788"/>
                  <a:gd name="connsiteX5" fmla="*/ 15871 w 213023"/>
                  <a:gd name="connsiteY5" fmla="*/ 208025 h 257788"/>
                  <a:gd name="connsiteX6" fmla="*/ 2234 w 213023"/>
                  <a:gd name="connsiteY6" fmla="*/ 130844 h 257788"/>
                  <a:gd name="connsiteX7" fmla="*/ 16385 w 213023"/>
                  <a:gd name="connsiteY7" fmla="*/ 51603 h 257788"/>
                  <a:gd name="connsiteX8" fmla="*/ 57807 w 213023"/>
                  <a:gd name="connsiteY8" fmla="*/ 11982 h 257788"/>
                  <a:gd name="connsiteX9" fmla="*/ 123154 w 213023"/>
                  <a:gd name="connsiteY9" fmla="*/ 662 h 257788"/>
                  <a:gd name="connsiteX10" fmla="*/ 171008 w 213023"/>
                  <a:gd name="connsiteY10" fmla="*/ 3749 h 257788"/>
                  <a:gd name="connsiteX11" fmla="*/ 212172 w 213023"/>
                  <a:gd name="connsiteY11" fmla="*/ 11982 h 257788"/>
                  <a:gd name="connsiteX12" fmla="*/ 212686 w 213023"/>
                  <a:gd name="connsiteY12" fmla="*/ 80932 h 257788"/>
                  <a:gd name="connsiteX13" fmla="*/ 211141 w 213023"/>
                  <a:gd name="connsiteY13" fmla="*/ 81961 h 257788"/>
                  <a:gd name="connsiteX14" fmla="*/ 178211 w 213023"/>
                  <a:gd name="connsiteY14" fmla="*/ 77330 h 257788"/>
                  <a:gd name="connsiteX15" fmla="*/ 143737 w 213023"/>
                  <a:gd name="connsiteY15" fmla="*/ 75787 h 257788"/>
                  <a:gd name="connsiteX16" fmla="*/ 95883 w 213023"/>
                  <a:gd name="connsiteY16" fmla="*/ 88651 h 257788"/>
                  <a:gd name="connsiteX17" fmla="*/ 82505 w 213023"/>
                  <a:gd name="connsiteY17" fmla="*/ 131872 h 257788"/>
                  <a:gd name="connsiteX18" fmla="*/ 88164 w 213023"/>
                  <a:gd name="connsiteY18" fmla="*/ 166347 h 257788"/>
                  <a:gd name="connsiteX19" fmla="*/ 107204 w 213023"/>
                  <a:gd name="connsiteY19" fmla="*/ 181269 h 257788"/>
                  <a:gd name="connsiteX20" fmla="*/ 143737 w 213023"/>
                  <a:gd name="connsiteY20" fmla="*/ 184871 h 257788"/>
                  <a:gd name="connsiteX21" fmla="*/ 178211 w 213023"/>
                  <a:gd name="connsiteY21" fmla="*/ 183327 h 257788"/>
                  <a:gd name="connsiteX22" fmla="*/ 213200 w 213023"/>
                  <a:gd name="connsiteY22" fmla="*/ 179726 h 257788"/>
                  <a:gd name="connsiteX23" fmla="*/ 215258 w 213023"/>
                  <a:gd name="connsiteY23" fmla="*/ 181269 h 25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3023" h="257788">
                    <a:moveTo>
                      <a:pt x="215258" y="181269"/>
                    </a:moveTo>
                    <a:lnTo>
                      <a:pt x="215258" y="248160"/>
                    </a:lnTo>
                    <a:cubicBezTo>
                      <a:pt x="206682" y="251591"/>
                      <a:pt x="193990" y="254164"/>
                      <a:pt x="177182" y="255879"/>
                    </a:cubicBezTo>
                    <a:cubicBezTo>
                      <a:pt x="160373" y="257594"/>
                      <a:pt x="142536" y="258451"/>
                      <a:pt x="123668" y="258451"/>
                    </a:cubicBezTo>
                    <a:cubicBezTo>
                      <a:pt x="96569" y="258451"/>
                      <a:pt x="74015" y="254678"/>
                      <a:pt x="56006" y="247131"/>
                    </a:cubicBezTo>
                    <a:cubicBezTo>
                      <a:pt x="37996" y="239585"/>
                      <a:pt x="24618" y="226550"/>
                      <a:pt x="15871" y="208025"/>
                    </a:cubicBezTo>
                    <a:cubicBezTo>
                      <a:pt x="7123" y="189502"/>
                      <a:pt x="2578" y="163774"/>
                      <a:pt x="2234" y="130844"/>
                    </a:cubicBezTo>
                    <a:cubicBezTo>
                      <a:pt x="2234" y="96883"/>
                      <a:pt x="6951" y="70469"/>
                      <a:pt x="16385" y="51603"/>
                    </a:cubicBezTo>
                    <a:cubicBezTo>
                      <a:pt x="25819" y="32736"/>
                      <a:pt x="39626" y="19529"/>
                      <a:pt x="57807" y="11982"/>
                    </a:cubicBezTo>
                    <a:cubicBezTo>
                      <a:pt x="75987" y="4436"/>
                      <a:pt x="97770" y="662"/>
                      <a:pt x="123154" y="662"/>
                    </a:cubicBezTo>
                    <a:cubicBezTo>
                      <a:pt x="138247" y="662"/>
                      <a:pt x="154199" y="1691"/>
                      <a:pt x="171008" y="3749"/>
                    </a:cubicBezTo>
                    <a:cubicBezTo>
                      <a:pt x="187816" y="5808"/>
                      <a:pt x="201537" y="8552"/>
                      <a:pt x="212172" y="11982"/>
                    </a:cubicBezTo>
                    <a:lnTo>
                      <a:pt x="212686" y="80932"/>
                    </a:lnTo>
                    <a:lnTo>
                      <a:pt x="211141" y="81961"/>
                    </a:lnTo>
                    <a:cubicBezTo>
                      <a:pt x="200851" y="79903"/>
                      <a:pt x="189874" y="78359"/>
                      <a:pt x="178211" y="77330"/>
                    </a:cubicBezTo>
                    <a:cubicBezTo>
                      <a:pt x="166547" y="76301"/>
                      <a:pt x="155056" y="75787"/>
                      <a:pt x="143737" y="75787"/>
                    </a:cubicBezTo>
                    <a:cubicBezTo>
                      <a:pt x="120753" y="75787"/>
                      <a:pt x="104802" y="80074"/>
                      <a:pt x="95883" y="88651"/>
                    </a:cubicBezTo>
                    <a:cubicBezTo>
                      <a:pt x="86964" y="97226"/>
                      <a:pt x="82505" y="111634"/>
                      <a:pt x="82505" y="131872"/>
                    </a:cubicBezTo>
                    <a:cubicBezTo>
                      <a:pt x="82505" y="147309"/>
                      <a:pt x="84392" y="158800"/>
                      <a:pt x="88164" y="166347"/>
                    </a:cubicBezTo>
                    <a:cubicBezTo>
                      <a:pt x="91938" y="173894"/>
                      <a:pt x="98284" y="178867"/>
                      <a:pt x="107204" y="181269"/>
                    </a:cubicBezTo>
                    <a:cubicBezTo>
                      <a:pt x="116122" y="183670"/>
                      <a:pt x="128299" y="184871"/>
                      <a:pt x="143737" y="184871"/>
                    </a:cubicBezTo>
                    <a:cubicBezTo>
                      <a:pt x="155742" y="184871"/>
                      <a:pt x="167234" y="184357"/>
                      <a:pt x="178211" y="183327"/>
                    </a:cubicBezTo>
                    <a:cubicBezTo>
                      <a:pt x="189188" y="182298"/>
                      <a:pt x="200851" y="181098"/>
                      <a:pt x="213200" y="179726"/>
                    </a:cubicBezTo>
                    <a:lnTo>
                      <a:pt x="215258" y="181269"/>
                    </a:ln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D6A0F0F1-B4CC-4CF1-A8FD-0C978F33EFE5}"/>
                  </a:ext>
                </a:extLst>
              </p:cNvPr>
              <p:cNvSpPr/>
              <p:nvPr/>
            </p:nvSpPr>
            <p:spPr>
              <a:xfrm>
                <a:off x="10564908" y="799836"/>
                <a:ext cx="85415" cy="347835"/>
              </a:xfrm>
              <a:custGeom>
                <a:avLst/>
                <a:gdLst>
                  <a:gd name="connsiteX0" fmla="*/ 86215 w 85415"/>
                  <a:gd name="connsiteY0" fmla="*/ 4779 h 347835"/>
                  <a:gd name="connsiteX1" fmla="*/ 87758 w 85415"/>
                  <a:gd name="connsiteY1" fmla="*/ 35652 h 347835"/>
                  <a:gd name="connsiteX2" fmla="*/ 87501 w 85415"/>
                  <a:gd name="connsiteY2" fmla="*/ 50317 h 347835"/>
                  <a:gd name="connsiteX3" fmla="*/ 86215 w 85415"/>
                  <a:gd name="connsiteY3" fmla="*/ 67040 h 347835"/>
                  <a:gd name="connsiteX4" fmla="*/ 65118 w 85415"/>
                  <a:gd name="connsiteY4" fmla="*/ 70127 h 347835"/>
                  <a:gd name="connsiteX5" fmla="*/ 44537 w 85415"/>
                  <a:gd name="connsiteY5" fmla="*/ 71156 h 347835"/>
                  <a:gd name="connsiteX6" fmla="*/ 24727 w 85415"/>
                  <a:gd name="connsiteY6" fmla="*/ 70127 h 347835"/>
                  <a:gd name="connsiteX7" fmla="*/ 4402 w 85415"/>
                  <a:gd name="connsiteY7" fmla="*/ 67040 h 347835"/>
                  <a:gd name="connsiteX8" fmla="*/ 2857 w 85415"/>
                  <a:gd name="connsiteY8" fmla="*/ 50832 h 347835"/>
                  <a:gd name="connsiteX9" fmla="*/ 2343 w 85415"/>
                  <a:gd name="connsiteY9" fmla="*/ 36167 h 347835"/>
                  <a:gd name="connsiteX10" fmla="*/ 2857 w 85415"/>
                  <a:gd name="connsiteY10" fmla="*/ 21760 h 347835"/>
                  <a:gd name="connsiteX11" fmla="*/ 4402 w 85415"/>
                  <a:gd name="connsiteY11" fmla="*/ 4779 h 347835"/>
                  <a:gd name="connsiteX12" fmla="*/ 25241 w 85415"/>
                  <a:gd name="connsiteY12" fmla="*/ 1435 h 347835"/>
                  <a:gd name="connsiteX13" fmla="*/ 46080 w 85415"/>
                  <a:gd name="connsiteY13" fmla="*/ 663 h 347835"/>
                  <a:gd name="connsiteX14" fmla="*/ 65891 w 85415"/>
                  <a:gd name="connsiteY14" fmla="*/ 1435 h 347835"/>
                  <a:gd name="connsiteX15" fmla="*/ 86215 w 85415"/>
                  <a:gd name="connsiteY15" fmla="*/ 4779 h 347835"/>
                  <a:gd name="connsiteX16" fmla="*/ 86215 w 85415"/>
                  <a:gd name="connsiteY16" fmla="*/ 348498 h 347835"/>
                  <a:gd name="connsiteX17" fmla="*/ 3888 w 85415"/>
                  <a:gd name="connsiteY17" fmla="*/ 348498 h 347835"/>
                  <a:gd name="connsiteX18" fmla="*/ 3888 w 85415"/>
                  <a:gd name="connsiteY18" fmla="*/ 97913 h 347835"/>
                  <a:gd name="connsiteX19" fmla="*/ 86215 w 85415"/>
                  <a:gd name="connsiteY19" fmla="*/ 97913 h 347835"/>
                  <a:gd name="connsiteX20" fmla="*/ 86215 w 85415"/>
                  <a:gd name="connsiteY20" fmla="*/ 348498 h 347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5415" h="347835">
                    <a:moveTo>
                      <a:pt x="86215" y="4779"/>
                    </a:moveTo>
                    <a:cubicBezTo>
                      <a:pt x="87244" y="17129"/>
                      <a:pt x="87758" y="27419"/>
                      <a:pt x="87758" y="35652"/>
                    </a:cubicBezTo>
                    <a:cubicBezTo>
                      <a:pt x="87758" y="40455"/>
                      <a:pt x="87673" y="45343"/>
                      <a:pt x="87501" y="50317"/>
                    </a:cubicBezTo>
                    <a:cubicBezTo>
                      <a:pt x="87330" y="55291"/>
                      <a:pt x="86902" y="60865"/>
                      <a:pt x="86215" y="67040"/>
                    </a:cubicBezTo>
                    <a:cubicBezTo>
                      <a:pt x="79011" y="68412"/>
                      <a:pt x="71979" y="69441"/>
                      <a:pt x="65118" y="70127"/>
                    </a:cubicBezTo>
                    <a:cubicBezTo>
                      <a:pt x="58258" y="70813"/>
                      <a:pt x="51397" y="71156"/>
                      <a:pt x="44537" y="71156"/>
                    </a:cubicBezTo>
                    <a:cubicBezTo>
                      <a:pt x="38019" y="71156"/>
                      <a:pt x="31415" y="70813"/>
                      <a:pt x="24727" y="70127"/>
                    </a:cubicBezTo>
                    <a:cubicBezTo>
                      <a:pt x="18037" y="69441"/>
                      <a:pt x="11262" y="68412"/>
                      <a:pt x="4402" y="67040"/>
                    </a:cubicBezTo>
                    <a:cubicBezTo>
                      <a:pt x="3716" y="61208"/>
                      <a:pt x="3201" y="55806"/>
                      <a:pt x="2857" y="50832"/>
                    </a:cubicBezTo>
                    <a:cubicBezTo>
                      <a:pt x="2515" y="45858"/>
                      <a:pt x="2343" y="40970"/>
                      <a:pt x="2343" y="36167"/>
                    </a:cubicBezTo>
                    <a:cubicBezTo>
                      <a:pt x="2343" y="31708"/>
                      <a:pt x="2515" y="26905"/>
                      <a:pt x="2857" y="21760"/>
                    </a:cubicBezTo>
                    <a:cubicBezTo>
                      <a:pt x="3201" y="16614"/>
                      <a:pt x="3716" y="10954"/>
                      <a:pt x="4402" y="4779"/>
                    </a:cubicBezTo>
                    <a:cubicBezTo>
                      <a:pt x="11262" y="3064"/>
                      <a:pt x="18209" y="1950"/>
                      <a:pt x="25241" y="1435"/>
                    </a:cubicBezTo>
                    <a:cubicBezTo>
                      <a:pt x="32273" y="920"/>
                      <a:pt x="39220" y="663"/>
                      <a:pt x="46080" y="663"/>
                    </a:cubicBezTo>
                    <a:cubicBezTo>
                      <a:pt x="52598" y="663"/>
                      <a:pt x="59201" y="920"/>
                      <a:pt x="65891" y="1435"/>
                    </a:cubicBezTo>
                    <a:cubicBezTo>
                      <a:pt x="72579" y="1950"/>
                      <a:pt x="79355" y="3064"/>
                      <a:pt x="86215" y="4779"/>
                    </a:cubicBezTo>
                    <a:close/>
                    <a:moveTo>
                      <a:pt x="86215" y="348498"/>
                    </a:moveTo>
                    <a:lnTo>
                      <a:pt x="3888" y="348498"/>
                    </a:lnTo>
                    <a:lnTo>
                      <a:pt x="3888" y="97913"/>
                    </a:lnTo>
                    <a:lnTo>
                      <a:pt x="86215" y="97913"/>
                    </a:lnTo>
                    <a:lnTo>
                      <a:pt x="86215" y="348498"/>
                    </a:ln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78A677B-078D-4A15-8218-3A69A7F90CB0}"/>
                  </a:ext>
                </a:extLst>
              </p:cNvPr>
              <p:cNvSpPr/>
              <p:nvPr/>
            </p:nvSpPr>
            <p:spPr>
              <a:xfrm>
                <a:off x="10564908" y="799836"/>
                <a:ext cx="85415" cy="70493"/>
              </a:xfrm>
              <a:custGeom>
                <a:avLst/>
                <a:gdLst>
                  <a:gd name="connsiteX0" fmla="*/ 86215 w 85415"/>
                  <a:gd name="connsiteY0" fmla="*/ 4780 h 70493"/>
                  <a:gd name="connsiteX1" fmla="*/ 87758 w 85415"/>
                  <a:gd name="connsiteY1" fmla="*/ 35653 h 70493"/>
                  <a:gd name="connsiteX2" fmla="*/ 87501 w 85415"/>
                  <a:gd name="connsiteY2" fmla="*/ 50318 h 70493"/>
                  <a:gd name="connsiteX3" fmla="*/ 86215 w 85415"/>
                  <a:gd name="connsiteY3" fmla="*/ 67041 h 70493"/>
                  <a:gd name="connsiteX4" fmla="*/ 65118 w 85415"/>
                  <a:gd name="connsiteY4" fmla="*/ 70129 h 70493"/>
                  <a:gd name="connsiteX5" fmla="*/ 44537 w 85415"/>
                  <a:gd name="connsiteY5" fmla="*/ 71157 h 70493"/>
                  <a:gd name="connsiteX6" fmla="*/ 24727 w 85415"/>
                  <a:gd name="connsiteY6" fmla="*/ 70129 h 70493"/>
                  <a:gd name="connsiteX7" fmla="*/ 4402 w 85415"/>
                  <a:gd name="connsiteY7" fmla="*/ 67041 h 70493"/>
                  <a:gd name="connsiteX8" fmla="*/ 2857 w 85415"/>
                  <a:gd name="connsiteY8" fmla="*/ 50833 h 70493"/>
                  <a:gd name="connsiteX9" fmla="*/ 2343 w 85415"/>
                  <a:gd name="connsiteY9" fmla="*/ 36168 h 70493"/>
                  <a:gd name="connsiteX10" fmla="*/ 2857 w 85415"/>
                  <a:gd name="connsiteY10" fmla="*/ 21761 h 70493"/>
                  <a:gd name="connsiteX11" fmla="*/ 4402 w 85415"/>
                  <a:gd name="connsiteY11" fmla="*/ 4780 h 70493"/>
                  <a:gd name="connsiteX12" fmla="*/ 25241 w 85415"/>
                  <a:gd name="connsiteY12" fmla="*/ 1436 h 70493"/>
                  <a:gd name="connsiteX13" fmla="*/ 46080 w 85415"/>
                  <a:gd name="connsiteY13" fmla="*/ 664 h 70493"/>
                  <a:gd name="connsiteX14" fmla="*/ 65891 w 85415"/>
                  <a:gd name="connsiteY14" fmla="*/ 1436 h 70493"/>
                  <a:gd name="connsiteX15" fmla="*/ 86215 w 85415"/>
                  <a:gd name="connsiteY15" fmla="*/ 4780 h 70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5415" h="70493">
                    <a:moveTo>
                      <a:pt x="86215" y="4780"/>
                    </a:moveTo>
                    <a:cubicBezTo>
                      <a:pt x="87244" y="17130"/>
                      <a:pt x="87758" y="27420"/>
                      <a:pt x="87758" y="35653"/>
                    </a:cubicBezTo>
                    <a:cubicBezTo>
                      <a:pt x="87758" y="40456"/>
                      <a:pt x="87673" y="45344"/>
                      <a:pt x="87501" y="50318"/>
                    </a:cubicBezTo>
                    <a:cubicBezTo>
                      <a:pt x="87330" y="55292"/>
                      <a:pt x="86902" y="60866"/>
                      <a:pt x="86215" y="67041"/>
                    </a:cubicBezTo>
                    <a:cubicBezTo>
                      <a:pt x="79011" y="68413"/>
                      <a:pt x="71979" y="69442"/>
                      <a:pt x="65118" y="70129"/>
                    </a:cubicBezTo>
                    <a:cubicBezTo>
                      <a:pt x="58258" y="70814"/>
                      <a:pt x="51397" y="71157"/>
                      <a:pt x="44537" y="71157"/>
                    </a:cubicBezTo>
                    <a:cubicBezTo>
                      <a:pt x="38019" y="71157"/>
                      <a:pt x="31415" y="70814"/>
                      <a:pt x="24727" y="70129"/>
                    </a:cubicBezTo>
                    <a:cubicBezTo>
                      <a:pt x="18037" y="69442"/>
                      <a:pt x="11262" y="68413"/>
                      <a:pt x="4402" y="67041"/>
                    </a:cubicBezTo>
                    <a:cubicBezTo>
                      <a:pt x="3716" y="61209"/>
                      <a:pt x="3201" y="55807"/>
                      <a:pt x="2857" y="50833"/>
                    </a:cubicBezTo>
                    <a:cubicBezTo>
                      <a:pt x="2515" y="45859"/>
                      <a:pt x="2343" y="40971"/>
                      <a:pt x="2343" y="36168"/>
                    </a:cubicBezTo>
                    <a:cubicBezTo>
                      <a:pt x="2343" y="31709"/>
                      <a:pt x="2515" y="26906"/>
                      <a:pt x="2857" y="21761"/>
                    </a:cubicBezTo>
                    <a:cubicBezTo>
                      <a:pt x="3201" y="16615"/>
                      <a:pt x="3716" y="10955"/>
                      <a:pt x="4402" y="4780"/>
                    </a:cubicBezTo>
                    <a:cubicBezTo>
                      <a:pt x="11262" y="3065"/>
                      <a:pt x="18209" y="1951"/>
                      <a:pt x="25241" y="1436"/>
                    </a:cubicBezTo>
                    <a:cubicBezTo>
                      <a:pt x="32273" y="921"/>
                      <a:pt x="39220" y="664"/>
                      <a:pt x="46080" y="664"/>
                    </a:cubicBezTo>
                    <a:cubicBezTo>
                      <a:pt x="52598" y="664"/>
                      <a:pt x="59201" y="921"/>
                      <a:pt x="65891" y="1436"/>
                    </a:cubicBezTo>
                    <a:cubicBezTo>
                      <a:pt x="72579" y="1951"/>
                      <a:pt x="79355" y="3065"/>
                      <a:pt x="86215" y="4780"/>
                    </a:cubicBezTo>
                    <a:close/>
                  </a:path>
                </a:pathLst>
              </a:custGeom>
              <a:solidFill>
                <a:srgbClr val="591C88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1B8D535-5889-4B95-8F7C-8737EDAC3FCC}"/>
                  </a:ext>
                </a:extLst>
              </p:cNvPr>
              <p:cNvSpPr/>
              <p:nvPr/>
            </p:nvSpPr>
            <p:spPr>
              <a:xfrm>
                <a:off x="10687885" y="894514"/>
                <a:ext cx="251615" cy="257788"/>
              </a:xfrm>
              <a:custGeom>
                <a:avLst/>
                <a:gdLst>
                  <a:gd name="connsiteX0" fmla="*/ 241213 w 251615"/>
                  <a:gd name="connsiteY0" fmla="*/ 245587 h 257788"/>
                  <a:gd name="connsiteX1" fmla="*/ 201336 w 251615"/>
                  <a:gd name="connsiteY1" fmla="*/ 254592 h 257788"/>
                  <a:gd name="connsiteX2" fmla="*/ 140876 w 251615"/>
                  <a:gd name="connsiteY2" fmla="*/ 258451 h 257788"/>
                  <a:gd name="connsiteX3" fmla="*/ 65494 w 251615"/>
                  <a:gd name="connsiteY3" fmla="*/ 246874 h 257788"/>
                  <a:gd name="connsiteX4" fmla="*/ 18413 w 251615"/>
                  <a:gd name="connsiteY4" fmla="*/ 207254 h 257788"/>
                  <a:gd name="connsiteX5" fmla="*/ 2461 w 251615"/>
                  <a:gd name="connsiteY5" fmla="*/ 129300 h 257788"/>
                  <a:gd name="connsiteX6" fmla="*/ 33592 w 251615"/>
                  <a:gd name="connsiteY6" fmla="*/ 31021 h 257788"/>
                  <a:gd name="connsiteX7" fmla="*/ 130069 w 251615"/>
                  <a:gd name="connsiteY7" fmla="*/ 662 h 257788"/>
                  <a:gd name="connsiteX8" fmla="*/ 203908 w 251615"/>
                  <a:gd name="connsiteY8" fmla="*/ 14041 h 257788"/>
                  <a:gd name="connsiteX9" fmla="*/ 242499 w 251615"/>
                  <a:gd name="connsiteY9" fmla="*/ 51860 h 257788"/>
                  <a:gd name="connsiteX10" fmla="*/ 254077 w 251615"/>
                  <a:gd name="connsiteY10" fmla="*/ 109747 h 257788"/>
                  <a:gd name="connsiteX11" fmla="*/ 253304 w 251615"/>
                  <a:gd name="connsiteY11" fmla="*/ 130844 h 257788"/>
                  <a:gd name="connsiteX12" fmla="*/ 250475 w 251615"/>
                  <a:gd name="connsiteY12" fmla="*/ 152968 h 257788"/>
                  <a:gd name="connsiteX13" fmla="*/ 248416 w 251615"/>
                  <a:gd name="connsiteY13" fmla="*/ 155027 h 257788"/>
                  <a:gd name="connsiteX14" fmla="*/ 79129 w 251615"/>
                  <a:gd name="connsiteY14" fmla="*/ 155027 h 257788"/>
                  <a:gd name="connsiteX15" fmla="*/ 100483 w 251615"/>
                  <a:gd name="connsiteY15" fmla="*/ 184871 h 257788"/>
                  <a:gd name="connsiteX16" fmla="*/ 158371 w 251615"/>
                  <a:gd name="connsiteY16" fmla="*/ 192074 h 257788"/>
                  <a:gd name="connsiteX17" fmla="*/ 202879 w 251615"/>
                  <a:gd name="connsiteY17" fmla="*/ 190788 h 257788"/>
                  <a:gd name="connsiteX18" fmla="*/ 239154 w 251615"/>
                  <a:gd name="connsiteY18" fmla="*/ 186929 h 257788"/>
                  <a:gd name="connsiteX19" fmla="*/ 241213 w 251615"/>
                  <a:gd name="connsiteY19" fmla="*/ 188472 h 257788"/>
                  <a:gd name="connsiteX20" fmla="*/ 241213 w 251615"/>
                  <a:gd name="connsiteY20" fmla="*/ 245587 h 257788"/>
                  <a:gd name="connsiteX21" fmla="*/ 182554 w 251615"/>
                  <a:gd name="connsiteY21" fmla="*/ 100999 h 257788"/>
                  <a:gd name="connsiteX22" fmla="*/ 178695 w 251615"/>
                  <a:gd name="connsiteY22" fmla="*/ 79645 h 257788"/>
                  <a:gd name="connsiteX23" fmla="*/ 163516 w 251615"/>
                  <a:gd name="connsiteY23" fmla="*/ 65753 h 257788"/>
                  <a:gd name="connsiteX24" fmla="*/ 130069 w 251615"/>
                  <a:gd name="connsiteY24" fmla="*/ 60865 h 257788"/>
                  <a:gd name="connsiteX25" fmla="*/ 87620 w 251615"/>
                  <a:gd name="connsiteY25" fmla="*/ 71927 h 257788"/>
                  <a:gd name="connsiteX26" fmla="*/ 77586 w 251615"/>
                  <a:gd name="connsiteY26" fmla="*/ 100999 h 257788"/>
                  <a:gd name="connsiteX27" fmla="*/ 182554 w 251615"/>
                  <a:gd name="connsiteY27" fmla="*/ 100999 h 25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51615" h="257788">
                    <a:moveTo>
                      <a:pt x="241213" y="245587"/>
                    </a:moveTo>
                    <a:cubicBezTo>
                      <a:pt x="231607" y="249018"/>
                      <a:pt x="218315" y="252019"/>
                      <a:pt x="201336" y="254592"/>
                    </a:cubicBezTo>
                    <a:cubicBezTo>
                      <a:pt x="184355" y="257165"/>
                      <a:pt x="164202" y="258451"/>
                      <a:pt x="140876" y="258451"/>
                    </a:cubicBezTo>
                    <a:cubicBezTo>
                      <a:pt x="111375" y="258451"/>
                      <a:pt x="86248" y="254592"/>
                      <a:pt x="65494" y="246874"/>
                    </a:cubicBezTo>
                    <a:cubicBezTo>
                      <a:pt x="44740" y="239156"/>
                      <a:pt x="29046" y="225949"/>
                      <a:pt x="18413" y="207254"/>
                    </a:cubicBezTo>
                    <a:cubicBezTo>
                      <a:pt x="7778" y="188558"/>
                      <a:pt x="2461" y="162573"/>
                      <a:pt x="2461" y="129300"/>
                    </a:cubicBezTo>
                    <a:cubicBezTo>
                      <a:pt x="2461" y="84019"/>
                      <a:pt x="12838" y="51260"/>
                      <a:pt x="33592" y="31021"/>
                    </a:cubicBezTo>
                    <a:cubicBezTo>
                      <a:pt x="54345" y="10782"/>
                      <a:pt x="86504" y="662"/>
                      <a:pt x="130069" y="662"/>
                    </a:cubicBezTo>
                    <a:cubicBezTo>
                      <a:pt x="161286" y="662"/>
                      <a:pt x="185898" y="5122"/>
                      <a:pt x="203908" y="14041"/>
                    </a:cubicBezTo>
                    <a:cubicBezTo>
                      <a:pt x="221917" y="22959"/>
                      <a:pt x="234781" y="35566"/>
                      <a:pt x="242499" y="51860"/>
                    </a:cubicBezTo>
                    <a:cubicBezTo>
                      <a:pt x="250217" y="68154"/>
                      <a:pt x="254077" y="87450"/>
                      <a:pt x="254077" y="109747"/>
                    </a:cubicBezTo>
                    <a:cubicBezTo>
                      <a:pt x="254077" y="116265"/>
                      <a:pt x="253819" y="123296"/>
                      <a:pt x="253304" y="130844"/>
                    </a:cubicBezTo>
                    <a:cubicBezTo>
                      <a:pt x="252790" y="138390"/>
                      <a:pt x="251847" y="145765"/>
                      <a:pt x="250475" y="152968"/>
                    </a:cubicBezTo>
                    <a:lnTo>
                      <a:pt x="248416" y="155027"/>
                    </a:lnTo>
                    <a:lnTo>
                      <a:pt x="79129" y="155027"/>
                    </a:lnTo>
                    <a:cubicBezTo>
                      <a:pt x="81531" y="170121"/>
                      <a:pt x="88649" y="180068"/>
                      <a:pt x="100483" y="184871"/>
                    </a:cubicBezTo>
                    <a:cubicBezTo>
                      <a:pt x="112318" y="189673"/>
                      <a:pt x="131614" y="192074"/>
                      <a:pt x="158371" y="192074"/>
                    </a:cubicBezTo>
                    <a:cubicBezTo>
                      <a:pt x="176208" y="192074"/>
                      <a:pt x="191044" y="191646"/>
                      <a:pt x="202879" y="190788"/>
                    </a:cubicBezTo>
                    <a:cubicBezTo>
                      <a:pt x="214714" y="189930"/>
                      <a:pt x="226806" y="188644"/>
                      <a:pt x="239154" y="186929"/>
                    </a:cubicBezTo>
                    <a:lnTo>
                      <a:pt x="241213" y="188472"/>
                    </a:lnTo>
                    <a:lnTo>
                      <a:pt x="241213" y="245587"/>
                    </a:lnTo>
                    <a:close/>
                    <a:moveTo>
                      <a:pt x="182554" y="100999"/>
                    </a:moveTo>
                    <a:cubicBezTo>
                      <a:pt x="182554" y="92766"/>
                      <a:pt x="181267" y="85649"/>
                      <a:pt x="178695" y="79645"/>
                    </a:cubicBezTo>
                    <a:cubicBezTo>
                      <a:pt x="176122" y="73642"/>
                      <a:pt x="171063" y="69012"/>
                      <a:pt x="163516" y="65753"/>
                    </a:cubicBezTo>
                    <a:cubicBezTo>
                      <a:pt x="155969" y="62494"/>
                      <a:pt x="144820" y="60865"/>
                      <a:pt x="130069" y="60865"/>
                    </a:cubicBezTo>
                    <a:cubicBezTo>
                      <a:pt x="108459" y="60865"/>
                      <a:pt x="94309" y="64552"/>
                      <a:pt x="87620" y="71927"/>
                    </a:cubicBezTo>
                    <a:cubicBezTo>
                      <a:pt x="80930" y="79303"/>
                      <a:pt x="77586" y="88993"/>
                      <a:pt x="77586" y="100999"/>
                    </a:cubicBezTo>
                    <a:lnTo>
                      <a:pt x="182554" y="100999"/>
                    </a:ln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32DA2D8-DF40-455E-BB95-E10E4F0BAB0A}"/>
                  </a:ext>
                </a:extLst>
              </p:cNvPr>
              <p:cNvSpPr/>
              <p:nvPr/>
            </p:nvSpPr>
            <p:spPr>
              <a:xfrm>
                <a:off x="10983236" y="894514"/>
                <a:ext cx="248527" cy="253158"/>
              </a:xfrm>
              <a:custGeom>
                <a:avLst/>
                <a:gdLst>
                  <a:gd name="connsiteX0" fmla="*/ 84958 w 248527"/>
                  <a:gd name="connsiteY0" fmla="*/ 253820 h 253158"/>
                  <a:gd name="connsiteX1" fmla="*/ 2630 w 248527"/>
                  <a:gd name="connsiteY1" fmla="*/ 253820 h 253158"/>
                  <a:gd name="connsiteX2" fmla="*/ 2630 w 248527"/>
                  <a:gd name="connsiteY2" fmla="*/ 3235 h 253158"/>
                  <a:gd name="connsiteX3" fmla="*/ 80842 w 248527"/>
                  <a:gd name="connsiteY3" fmla="*/ 3235 h 253158"/>
                  <a:gd name="connsiteX4" fmla="*/ 84958 w 248527"/>
                  <a:gd name="connsiteY4" fmla="*/ 49030 h 253158"/>
                  <a:gd name="connsiteX5" fmla="*/ 86502 w 248527"/>
                  <a:gd name="connsiteY5" fmla="*/ 49030 h 253158"/>
                  <a:gd name="connsiteX6" fmla="*/ 112229 w 248527"/>
                  <a:gd name="connsiteY6" fmla="*/ 13269 h 253158"/>
                  <a:gd name="connsiteX7" fmla="*/ 163685 w 248527"/>
                  <a:gd name="connsiteY7" fmla="*/ 662 h 253158"/>
                  <a:gd name="connsiteX8" fmla="*/ 229804 w 248527"/>
                  <a:gd name="connsiteY8" fmla="*/ 25875 h 253158"/>
                  <a:gd name="connsiteX9" fmla="*/ 251158 w 248527"/>
                  <a:gd name="connsiteY9" fmla="*/ 113349 h 253158"/>
                  <a:gd name="connsiteX10" fmla="*/ 251158 w 248527"/>
                  <a:gd name="connsiteY10" fmla="*/ 253820 h 253158"/>
                  <a:gd name="connsiteX11" fmla="*/ 168830 w 248527"/>
                  <a:gd name="connsiteY11" fmla="*/ 253820 h 253158"/>
                  <a:gd name="connsiteX12" fmla="*/ 168315 w 248527"/>
                  <a:gd name="connsiteY12" fmla="*/ 129300 h 253158"/>
                  <a:gd name="connsiteX13" fmla="*/ 159568 w 248527"/>
                  <a:gd name="connsiteY13" fmla="*/ 88135 h 253158"/>
                  <a:gd name="connsiteX14" fmla="*/ 126637 w 248527"/>
                  <a:gd name="connsiteY14" fmla="*/ 75787 h 253158"/>
                  <a:gd name="connsiteX15" fmla="*/ 94735 w 248527"/>
                  <a:gd name="connsiteY15" fmla="*/ 86850 h 253158"/>
                  <a:gd name="connsiteX16" fmla="*/ 84958 w 248527"/>
                  <a:gd name="connsiteY16" fmla="*/ 124669 h 253158"/>
                  <a:gd name="connsiteX17" fmla="*/ 84958 w 248527"/>
                  <a:gd name="connsiteY17" fmla="*/ 253820 h 25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527" h="253158">
                    <a:moveTo>
                      <a:pt x="84958" y="253820"/>
                    </a:moveTo>
                    <a:lnTo>
                      <a:pt x="2630" y="253820"/>
                    </a:lnTo>
                    <a:lnTo>
                      <a:pt x="2630" y="3235"/>
                    </a:lnTo>
                    <a:lnTo>
                      <a:pt x="80842" y="3235"/>
                    </a:lnTo>
                    <a:lnTo>
                      <a:pt x="84958" y="49030"/>
                    </a:lnTo>
                    <a:lnTo>
                      <a:pt x="86502" y="49030"/>
                    </a:lnTo>
                    <a:cubicBezTo>
                      <a:pt x="91305" y="33594"/>
                      <a:pt x="99880" y="21673"/>
                      <a:pt x="112229" y="13269"/>
                    </a:cubicBezTo>
                    <a:cubicBezTo>
                      <a:pt x="124578" y="4864"/>
                      <a:pt x="141731" y="662"/>
                      <a:pt x="163685" y="662"/>
                    </a:cubicBezTo>
                    <a:cubicBezTo>
                      <a:pt x="193528" y="662"/>
                      <a:pt x="215567" y="9067"/>
                      <a:pt x="229804" y="25875"/>
                    </a:cubicBezTo>
                    <a:cubicBezTo>
                      <a:pt x="244039" y="42684"/>
                      <a:pt x="251158" y="71841"/>
                      <a:pt x="251158" y="113349"/>
                    </a:cubicBezTo>
                    <a:lnTo>
                      <a:pt x="251158" y="253820"/>
                    </a:lnTo>
                    <a:lnTo>
                      <a:pt x="168830" y="253820"/>
                    </a:lnTo>
                    <a:lnTo>
                      <a:pt x="168315" y="129300"/>
                    </a:lnTo>
                    <a:cubicBezTo>
                      <a:pt x="168315" y="110090"/>
                      <a:pt x="165400" y="96368"/>
                      <a:pt x="159568" y="88135"/>
                    </a:cubicBezTo>
                    <a:cubicBezTo>
                      <a:pt x="153736" y="79903"/>
                      <a:pt x="142759" y="75787"/>
                      <a:pt x="126637" y="75787"/>
                    </a:cubicBezTo>
                    <a:cubicBezTo>
                      <a:pt x="111544" y="75787"/>
                      <a:pt x="100909" y="79474"/>
                      <a:pt x="94735" y="86850"/>
                    </a:cubicBezTo>
                    <a:cubicBezTo>
                      <a:pt x="88560" y="94224"/>
                      <a:pt x="85301" y="106831"/>
                      <a:pt x="84958" y="124669"/>
                    </a:cubicBezTo>
                    <a:lnTo>
                      <a:pt x="84958" y="253820"/>
                    </a:ln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46EEA85-F59D-4AA2-822A-831A4D141974}"/>
                  </a:ext>
                </a:extLst>
              </p:cNvPr>
              <p:cNvSpPr/>
              <p:nvPr/>
            </p:nvSpPr>
            <p:spPr>
              <a:xfrm>
                <a:off x="11270356" y="894514"/>
                <a:ext cx="213020" cy="257788"/>
              </a:xfrm>
              <a:custGeom>
                <a:avLst/>
                <a:gdLst>
                  <a:gd name="connsiteX0" fmla="*/ 215805 w 213020"/>
                  <a:gd name="connsiteY0" fmla="*/ 181269 h 257788"/>
                  <a:gd name="connsiteX1" fmla="*/ 215805 w 213020"/>
                  <a:gd name="connsiteY1" fmla="*/ 248160 h 257788"/>
                  <a:gd name="connsiteX2" fmla="*/ 177729 w 213020"/>
                  <a:gd name="connsiteY2" fmla="*/ 255879 h 257788"/>
                  <a:gd name="connsiteX3" fmla="*/ 124221 w 213020"/>
                  <a:gd name="connsiteY3" fmla="*/ 258451 h 257788"/>
                  <a:gd name="connsiteX4" fmla="*/ 56554 w 213020"/>
                  <a:gd name="connsiteY4" fmla="*/ 247131 h 257788"/>
                  <a:gd name="connsiteX5" fmla="*/ 16419 w 213020"/>
                  <a:gd name="connsiteY5" fmla="*/ 208025 h 257788"/>
                  <a:gd name="connsiteX6" fmla="*/ 2784 w 213020"/>
                  <a:gd name="connsiteY6" fmla="*/ 130844 h 257788"/>
                  <a:gd name="connsiteX7" fmla="*/ 16934 w 213020"/>
                  <a:gd name="connsiteY7" fmla="*/ 51603 h 257788"/>
                  <a:gd name="connsiteX8" fmla="*/ 58355 w 213020"/>
                  <a:gd name="connsiteY8" fmla="*/ 11982 h 257788"/>
                  <a:gd name="connsiteX9" fmla="*/ 123697 w 213020"/>
                  <a:gd name="connsiteY9" fmla="*/ 662 h 257788"/>
                  <a:gd name="connsiteX10" fmla="*/ 171551 w 213020"/>
                  <a:gd name="connsiteY10" fmla="*/ 3749 h 257788"/>
                  <a:gd name="connsiteX11" fmla="*/ 212716 w 213020"/>
                  <a:gd name="connsiteY11" fmla="*/ 11982 h 257788"/>
                  <a:gd name="connsiteX12" fmla="*/ 213240 w 213020"/>
                  <a:gd name="connsiteY12" fmla="*/ 80932 h 257788"/>
                  <a:gd name="connsiteX13" fmla="*/ 211695 w 213020"/>
                  <a:gd name="connsiteY13" fmla="*/ 81961 h 257788"/>
                  <a:gd name="connsiteX14" fmla="*/ 178763 w 213020"/>
                  <a:gd name="connsiteY14" fmla="*/ 77330 h 257788"/>
                  <a:gd name="connsiteX15" fmla="*/ 144287 w 213020"/>
                  <a:gd name="connsiteY15" fmla="*/ 75787 h 257788"/>
                  <a:gd name="connsiteX16" fmla="*/ 96431 w 213020"/>
                  <a:gd name="connsiteY16" fmla="*/ 88651 h 257788"/>
                  <a:gd name="connsiteX17" fmla="*/ 83053 w 213020"/>
                  <a:gd name="connsiteY17" fmla="*/ 131872 h 257788"/>
                  <a:gd name="connsiteX18" fmla="*/ 88713 w 213020"/>
                  <a:gd name="connsiteY18" fmla="*/ 166347 h 257788"/>
                  <a:gd name="connsiteX19" fmla="*/ 107752 w 213020"/>
                  <a:gd name="connsiteY19" fmla="*/ 181269 h 257788"/>
                  <a:gd name="connsiteX20" fmla="*/ 144287 w 213020"/>
                  <a:gd name="connsiteY20" fmla="*/ 184871 h 257788"/>
                  <a:gd name="connsiteX21" fmla="*/ 178763 w 213020"/>
                  <a:gd name="connsiteY21" fmla="*/ 183327 h 257788"/>
                  <a:gd name="connsiteX22" fmla="*/ 213750 w 213020"/>
                  <a:gd name="connsiteY22" fmla="*/ 179726 h 257788"/>
                  <a:gd name="connsiteX23" fmla="*/ 215805 w 213020"/>
                  <a:gd name="connsiteY23" fmla="*/ 181269 h 25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3020" h="257788">
                    <a:moveTo>
                      <a:pt x="215805" y="181269"/>
                    </a:moveTo>
                    <a:lnTo>
                      <a:pt x="215805" y="248160"/>
                    </a:lnTo>
                    <a:cubicBezTo>
                      <a:pt x="207236" y="251591"/>
                      <a:pt x="194544" y="254164"/>
                      <a:pt x="177729" y="255879"/>
                    </a:cubicBezTo>
                    <a:cubicBezTo>
                      <a:pt x="160927" y="257594"/>
                      <a:pt x="143078" y="258451"/>
                      <a:pt x="124221" y="258451"/>
                    </a:cubicBezTo>
                    <a:cubicBezTo>
                      <a:pt x="97118" y="258451"/>
                      <a:pt x="74564" y="254678"/>
                      <a:pt x="56554" y="247131"/>
                    </a:cubicBezTo>
                    <a:cubicBezTo>
                      <a:pt x="38545" y="239585"/>
                      <a:pt x="25167" y="226550"/>
                      <a:pt x="16419" y="208025"/>
                    </a:cubicBezTo>
                    <a:cubicBezTo>
                      <a:pt x="7672" y="189502"/>
                      <a:pt x="3127" y="163774"/>
                      <a:pt x="2784" y="130844"/>
                    </a:cubicBezTo>
                    <a:cubicBezTo>
                      <a:pt x="2784" y="96883"/>
                      <a:pt x="7500" y="70469"/>
                      <a:pt x="16934" y="51603"/>
                    </a:cubicBezTo>
                    <a:cubicBezTo>
                      <a:pt x="26367" y="32736"/>
                      <a:pt x="40174" y="19529"/>
                      <a:pt x="58355" y="11982"/>
                    </a:cubicBezTo>
                    <a:cubicBezTo>
                      <a:pt x="76535" y="4436"/>
                      <a:pt x="98318" y="662"/>
                      <a:pt x="123697" y="662"/>
                    </a:cubicBezTo>
                    <a:cubicBezTo>
                      <a:pt x="138793" y="662"/>
                      <a:pt x="154749" y="1691"/>
                      <a:pt x="171551" y="3749"/>
                    </a:cubicBezTo>
                    <a:cubicBezTo>
                      <a:pt x="188366" y="5808"/>
                      <a:pt x="202079" y="8552"/>
                      <a:pt x="212716" y="11982"/>
                    </a:cubicBezTo>
                    <a:lnTo>
                      <a:pt x="213240" y="80932"/>
                    </a:lnTo>
                    <a:lnTo>
                      <a:pt x="211695" y="81961"/>
                    </a:lnTo>
                    <a:cubicBezTo>
                      <a:pt x="201394" y="79903"/>
                      <a:pt x="190421" y="78359"/>
                      <a:pt x="178763" y="77330"/>
                    </a:cubicBezTo>
                    <a:cubicBezTo>
                      <a:pt x="167092" y="76301"/>
                      <a:pt x="155609" y="75787"/>
                      <a:pt x="144287" y="75787"/>
                    </a:cubicBezTo>
                    <a:cubicBezTo>
                      <a:pt x="121307" y="75787"/>
                      <a:pt x="105351" y="80074"/>
                      <a:pt x="96431" y="88651"/>
                    </a:cubicBezTo>
                    <a:cubicBezTo>
                      <a:pt x="87513" y="97226"/>
                      <a:pt x="83053" y="111634"/>
                      <a:pt x="83053" y="131872"/>
                    </a:cubicBezTo>
                    <a:cubicBezTo>
                      <a:pt x="83053" y="147309"/>
                      <a:pt x="84940" y="158800"/>
                      <a:pt x="88713" y="166347"/>
                    </a:cubicBezTo>
                    <a:cubicBezTo>
                      <a:pt x="92487" y="173894"/>
                      <a:pt x="98833" y="178867"/>
                      <a:pt x="107752" y="181269"/>
                    </a:cubicBezTo>
                    <a:cubicBezTo>
                      <a:pt x="116673" y="183670"/>
                      <a:pt x="128855" y="184871"/>
                      <a:pt x="144287" y="184871"/>
                    </a:cubicBezTo>
                    <a:cubicBezTo>
                      <a:pt x="156294" y="184871"/>
                      <a:pt x="167777" y="184357"/>
                      <a:pt x="178763" y="183327"/>
                    </a:cubicBezTo>
                    <a:cubicBezTo>
                      <a:pt x="189736" y="182298"/>
                      <a:pt x="201394" y="181098"/>
                      <a:pt x="213750" y="179726"/>
                    </a:cubicBezTo>
                    <a:lnTo>
                      <a:pt x="215805" y="181269"/>
                    </a:ln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0022E6D-121D-4BDD-8C17-065EE33496CF}"/>
                  </a:ext>
                </a:extLst>
              </p:cNvPr>
              <p:cNvSpPr/>
              <p:nvPr/>
            </p:nvSpPr>
            <p:spPr>
              <a:xfrm>
                <a:off x="11511675" y="894514"/>
                <a:ext cx="251624" cy="257788"/>
              </a:xfrm>
              <a:custGeom>
                <a:avLst/>
                <a:gdLst>
                  <a:gd name="connsiteX0" fmla="*/ 241692 w 251624"/>
                  <a:gd name="connsiteY0" fmla="*/ 245587 h 257788"/>
                  <a:gd name="connsiteX1" fmla="*/ 201816 w 251624"/>
                  <a:gd name="connsiteY1" fmla="*/ 254592 h 257788"/>
                  <a:gd name="connsiteX2" fmla="*/ 141351 w 251624"/>
                  <a:gd name="connsiteY2" fmla="*/ 258451 h 257788"/>
                  <a:gd name="connsiteX3" fmla="*/ 65964 w 251624"/>
                  <a:gd name="connsiteY3" fmla="*/ 246874 h 257788"/>
                  <a:gd name="connsiteX4" fmla="*/ 18890 w 251624"/>
                  <a:gd name="connsiteY4" fmla="*/ 207254 h 257788"/>
                  <a:gd name="connsiteX5" fmla="*/ 2934 w 251624"/>
                  <a:gd name="connsiteY5" fmla="*/ 129300 h 257788"/>
                  <a:gd name="connsiteX6" fmla="*/ 34066 w 251624"/>
                  <a:gd name="connsiteY6" fmla="*/ 31021 h 257788"/>
                  <a:gd name="connsiteX7" fmla="*/ 130553 w 251624"/>
                  <a:gd name="connsiteY7" fmla="*/ 662 h 257788"/>
                  <a:gd name="connsiteX8" fmla="*/ 204381 w 251624"/>
                  <a:gd name="connsiteY8" fmla="*/ 14041 h 257788"/>
                  <a:gd name="connsiteX9" fmla="*/ 242981 w 251624"/>
                  <a:gd name="connsiteY9" fmla="*/ 51860 h 257788"/>
                  <a:gd name="connsiteX10" fmla="*/ 254559 w 251624"/>
                  <a:gd name="connsiteY10" fmla="*/ 109747 h 257788"/>
                  <a:gd name="connsiteX11" fmla="*/ 253780 w 251624"/>
                  <a:gd name="connsiteY11" fmla="*/ 130844 h 257788"/>
                  <a:gd name="connsiteX12" fmla="*/ 250946 w 251624"/>
                  <a:gd name="connsiteY12" fmla="*/ 152968 h 257788"/>
                  <a:gd name="connsiteX13" fmla="*/ 248891 w 251624"/>
                  <a:gd name="connsiteY13" fmla="*/ 155027 h 257788"/>
                  <a:gd name="connsiteX14" fmla="*/ 79610 w 251624"/>
                  <a:gd name="connsiteY14" fmla="*/ 155027 h 257788"/>
                  <a:gd name="connsiteX15" fmla="*/ 100965 w 251624"/>
                  <a:gd name="connsiteY15" fmla="*/ 184871 h 257788"/>
                  <a:gd name="connsiteX16" fmla="*/ 158851 w 251624"/>
                  <a:gd name="connsiteY16" fmla="*/ 192074 h 257788"/>
                  <a:gd name="connsiteX17" fmla="*/ 203361 w 251624"/>
                  <a:gd name="connsiteY17" fmla="*/ 190788 h 257788"/>
                  <a:gd name="connsiteX18" fmla="*/ 239637 w 251624"/>
                  <a:gd name="connsiteY18" fmla="*/ 186929 h 257788"/>
                  <a:gd name="connsiteX19" fmla="*/ 241692 w 251624"/>
                  <a:gd name="connsiteY19" fmla="*/ 188472 h 257788"/>
                  <a:gd name="connsiteX20" fmla="*/ 241692 w 251624"/>
                  <a:gd name="connsiteY20" fmla="*/ 245587 h 257788"/>
                  <a:gd name="connsiteX21" fmla="*/ 183027 w 251624"/>
                  <a:gd name="connsiteY21" fmla="*/ 100999 h 257788"/>
                  <a:gd name="connsiteX22" fmla="*/ 179172 w 251624"/>
                  <a:gd name="connsiteY22" fmla="*/ 79645 h 257788"/>
                  <a:gd name="connsiteX23" fmla="*/ 163995 w 251624"/>
                  <a:gd name="connsiteY23" fmla="*/ 65753 h 257788"/>
                  <a:gd name="connsiteX24" fmla="*/ 130553 w 251624"/>
                  <a:gd name="connsiteY24" fmla="*/ 60865 h 257788"/>
                  <a:gd name="connsiteX25" fmla="*/ 88098 w 251624"/>
                  <a:gd name="connsiteY25" fmla="*/ 71927 h 257788"/>
                  <a:gd name="connsiteX26" fmla="*/ 78065 w 251624"/>
                  <a:gd name="connsiteY26" fmla="*/ 100999 h 257788"/>
                  <a:gd name="connsiteX27" fmla="*/ 183027 w 251624"/>
                  <a:gd name="connsiteY27" fmla="*/ 100999 h 25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51624" h="257788">
                    <a:moveTo>
                      <a:pt x="241692" y="245587"/>
                    </a:moveTo>
                    <a:cubicBezTo>
                      <a:pt x="232089" y="249018"/>
                      <a:pt x="218793" y="252019"/>
                      <a:pt x="201816" y="254592"/>
                    </a:cubicBezTo>
                    <a:cubicBezTo>
                      <a:pt x="184826" y="257165"/>
                      <a:pt x="164680" y="258451"/>
                      <a:pt x="141351" y="258451"/>
                    </a:cubicBezTo>
                    <a:cubicBezTo>
                      <a:pt x="111857" y="258451"/>
                      <a:pt x="86728" y="254592"/>
                      <a:pt x="65964" y="246874"/>
                    </a:cubicBezTo>
                    <a:cubicBezTo>
                      <a:pt x="45214" y="239156"/>
                      <a:pt x="29527" y="225949"/>
                      <a:pt x="18890" y="207254"/>
                    </a:cubicBezTo>
                    <a:cubicBezTo>
                      <a:pt x="8252" y="188558"/>
                      <a:pt x="2934" y="162573"/>
                      <a:pt x="2934" y="129300"/>
                    </a:cubicBezTo>
                    <a:cubicBezTo>
                      <a:pt x="2934" y="84019"/>
                      <a:pt x="13316" y="51260"/>
                      <a:pt x="34066" y="31021"/>
                    </a:cubicBezTo>
                    <a:cubicBezTo>
                      <a:pt x="54817" y="10782"/>
                      <a:pt x="86983" y="662"/>
                      <a:pt x="130553" y="662"/>
                    </a:cubicBezTo>
                    <a:cubicBezTo>
                      <a:pt x="161766" y="662"/>
                      <a:pt x="186371" y="5122"/>
                      <a:pt x="204381" y="14041"/>
                    </a:cubicBezTo>
                    <a:cubicBezTo>
                      <a:pt x="222392" y="22959"/>
                      <a:pt x="235259" y="35566"/>
                      <a:pt x="242981" y="51860"/>
                    </a:cubicBezTo>
                    <a:cubicBezTo>
                      <a:pt x="250691" y="68154"/>
                      <a:pt x="254559" y="87450"/>
                      <a:pt x="254559" y="109747"/>
                    </a:cubicBezTo>
                    <a:cubicBezTo>
                      <a:pt x="254559" y="116265"/>
                      <a:pt x="254290" y="123296"/>
                      <a:pt x="253780" y="130844"/>
                    </a:cubicBezTo>
                    <a:cubicBezTo>
                      <a:pt x="253269" y="138390"/>
                      <a:pt x="252316" y="145765"/>
                      <a:pt x="250946" y="152968"/>
                    </a:cubicBezTo>
                    <a:lnTo>
                      <a:pt x="248891" y="155027"/>
                    </a:lnTo>
                    <a:lnTo>
                      <a:pt x="79610" y="155027"/>
                    </a:lnTo>
                    <a:cubicBezTo>
                      <a:pt x="82001" y="170121"/>
                      <a:pt x="89119" y="180068"/>
                      <a:pt x="100965" y="184871"/>
                    </a:cubicBezTo>
                    <a:cubicBezTo>
                      <a:pt x="112797" y="189673"/>
                      <a:pt x="132084" y="192074"/>
                      <a:pt x="158851" y="192074"/>
                    </a:cubicBezTo>
                    <a:cubicBezTo>
                      <a:pt x="176687" y="192074"/>
                      <a:pt x="191515" y="191646"/>
                      <a:pt x="203361" y="190788"/>
                    </a:cubicBezTo>
                    <a:cubicBezTo>
                      <a:pt x="215193" y="189930"/>
                      <a:pt x="227281" y="188644"/>
                      <a:pt x="239637" y="186929"/>
                    </a:cubicBezTo>
                    <a:lnTo>
                      <a:pt x="241692" y="188472"/>
                    </a:lnTo>
                    <a:lnTo>
                      <a:pt x="241692" y="245587"/>
                    </a:lnTo>
                    <a:close/>
                    <a:moveTo>
                      <a:pt x="183027" y="100999"/>
                    </a:moveTo>
                    <a:cubicBezTo>
                      <a:pt x="183027" y="92766"/>
                      <a:pt x="181737" y="85649"/>
                      <a:pt x="179172" y="79645"/>
                    </a:cubicBezTo>
                    <a:cubicBezTo>
                      <a:pt x="176593" y="73642"/>
                      <a:pt x="171543" y="69012"/>
                      <a:pt x="163995" y="65753"/>
                    </a:cubicBezTo>
                    <a:cubicBezTo>
                      <a:pt x="156447" y="62494"/>
                      <a:pt x="145300" y="60865"/>
                      <a:pt x="130553" y="60865"/>
                    </a:cubicBezTo>
                    <a:cubicBezTo>
                      <a:pt x="108929" y="60865"/>
                      <a:pt x="94787" y="64552"/>
                      <a:pt x="88098" y="71927"/>
                    </a:cubicBezTo>
                    <a:cubicBezTo>
                      <a:pt x="81410" y="79303"/>
                      <a:pt x="78065" y="88993"/>
                      <a:pt x="78065" y="100999"/>
                    </a:cubicBezTo>
                    <a:lnTo>
                      <a:pt x="183027" y="100999"/>
                    </a:lnTo>
                    <a:close/>
                  </a:path>
                </a:pathLst>
              </a:custGeom>
              <a:solidFill>
                <a:srgbClr val="12082C"/>
              </a:solidFill>
              <a:ln w="190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349AEAE3-DB76-471A-87C6-90415A39F691}"/>
              </a:ext>
            </a:extLst>
          </p:cNvPr>
          <p:cNvSpPr/>
          <p:nvPr userDrawn="1"/>
        </p:nvSpPr>
        <p:spPr>
          <a:xfrm>
            <a:off x="8492601" y="486654"/>
            <a:ext cx="461412" cy="665645"/>
          </a:xfrm>
          <a:custGeom>
            <a:avLst/>
            <a:gdLst>
              <a:gd name="connsiteX0" fmla="*/ 230865 w 461412"/>
              <a:gd name="connsiteY0" fmla="*/ 230386 h 665645"/>
              <a:gd name="connsiteX1" fmla="*/ 196076 w 461412"/>
              <a:gd name="connsiteY1" fmla="*/ 244583 h 665645"/>
              <a:gd name="connsiteX2" fmla="*/ 52961 w 461412"/>
              <a:gd name="connsiteY2" fmla="*/ 318298 h 665645"/>
              <a:gd name="connsiteX3" fmla="*/ 13281 w 461412"/>
              <a:gd name="connsiteY3" fmla="*/ 367765 h 665645"/>
              <a:gd name="connsiteX4" fmla="*/ 158 w 461412"/>
              <a:gd name="connsiteY4" fmla="*/ 434621 h 665645"/>
              <a:gd name="connsiteX5" fmla="*/ 158 w 461412"/>
              <a:gd name="connsiteY5" fmla="*/ 665325 h 665645"/>
              <a:gd name="connsiteX6" fmla="*/ 189262 w 461412"/>
              <a:gd name="connsiteY6" fmla="*/ 665325 h 665645"/>
              <a:gd name="connsiteX7" fmla="*/ 189262 w 461412"/>
              <a:gd name="connsiteY7" fmla="*/ 470380 h 665645"/>
              <a:gd name="connsiteX8" fmla="*/ 198369 w 461412"/>
              <a:gd name="connsiteY8" fmla="*/ 449306 h 665645"/>
              <a:gd name="connsiteX9" fmla="*/ 265653 w 461412"/>
              <a:gd name="connsiteY9" fmla="*/ 420423 h 665645"/>
              <a:gd name="connsiteX10" fmla="*/ 392894 w 461412"/>
              <a:gd name="connsiteY10" fmla="*/ 364858 h 665645"/>
              <a:gd name="connsiteX11" fmla="*/ 461570 w 461412"/>
              <a:gd name="connsiteY11" fmla="*/ 230386 h 665645"/>
              <a:gd name="connsiteX12" fmla="*/ 391332 w 461412"/>
              <a:gd name="connsiteY12" fmla="*/ 69920 h 665645"/>
              <a:gd name="connsiteX13" fmla="*/ 230865 w 461412"/>
              <a:gd name="connsiteY13" fmla="*/ -321 h 665645"/>
              <a:gd name="connsiteX14" fmla="*/ 158 w 461412"/>
              <a:gd name="connsiteY14" fmla="*/ -321 h 665645"/>
              <a:gd name="connsiteX15" fmla="*/ 173129 w 461412"/>
              <a:gd name="connsiteY15" fmla="*/ 188784 h 665645"/>
              <a:gd name="connsiteX16" fmla="*/ 230865 w 461412"/>
              <a:gd name="connsiteY16" fmla="*/ 188784 h 665645"/>
              <a:gd name="connsiteX17" fmla="*/ 257614 w 461412"/>
              <a:gd name="connsiteY17" fmla="*/ 203637 h 665645"/>
              <a:gd name="connsiteX18" fmla="*/ 230865 w 461412"/>
              <a:gd name="connsiteY18" fmla="*/ 230386 h 665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1412" h="665645">
                <a:moveTo>
                  <a:pt x="230865" y="230386"/>
                </a:moveTo>
                <a:cubicBezTo>
                  <a:pt x="216431" y="236474"/>
                  <a:pt x="216944" y="236326"/>
                  <a:pt x="196076" y="244583"/>
                </a:cubicBezTo>
                <a:cubicBezTo>
                  <a:pt x="94353" y="284833"/>
                  <a:pt x="78055" y="295198"/>
                  <a:pt x="52961" y="318298"/>
                </a:cubicBezTo>
                <a:cubicBezTo>
                  <a:pt x="29464" y="339928"/>
                  <a:pt x="21792" y="351779"/>
                  <a:pt x="13281" y="367765"/>
                </a:cubicBezTo>
                <a:cubicBezTo>
                  <a:pt x="5587" y="382212"/>
                  <a:pt x="158" y="415002"/>
                  <a:pt x="158" y="434621"/>
                </a:cubicBezTo>
                <a:lnTo>
                  <a:pt x="158" y="665325"/>
                </a:lnTo>
                <a:lnTo>
                  <a:pt x="189262" y="665325"/>
                </a:lnTo>
                <a:lnTo>
                  <a:pt x="189262" y="470380"/>
                </a:lnTo>
                <a:cubicBezTo>
                  <a:pt x="189262" y="470380"/>
                  <a:pt x="189170" y="454742"/>
                  <a:pt x="198369" y="449306"/>
                </a:cubicBezTo>
                <a:cubicBezTo>
                  <a:pt x="207569" y="443865"/>
                  <a:pt x="215419" y="440300"/>
                  <a:pt x="265653" y="420423"/>
                </a:cubicBezTo>
                <a:cubicBezTo>
                  <a:pt x="311232" y="402385"/>
                  <a:pt x="360195" y="388663"/>
                  <a:pt x="392894" y="364858"/>
                </a:cubicBezTo>
                <a:cubicBezTo>
                  <a:pt x="434739" y="334384"/>
                  <a:pt x="461570" y="293116"/>
                  <a:pt x="461570" y="230386"/>
                </a:cubicBezTo>
                <a:cubicBezTo>
                  <a:pt x="461570" y="172397"/>
                  <a:pt x="434820" y="113410"/>
                  <a:pt x="391332" y="69920"/>
                </a:cubicBezTo>
                <a:cubicBezTo>
                  <a:pt x="347841" y="26430"/>
                  <a:pt x="288855" y="-321"/>
                  <a:pt x="230865" y="-321"/>
                </a:cubicBezTo>
                <a:lnTo>
                  <a:pt x="158" y="-321"/>
                </a:lnTo>
                <a:lnTo>
                  <a:pt x="173129" y="188784"/>
                </a:lnTo>
                <a:cubicBezTo>
                  <a:pt x="173129" y="188784"/>
                  <a:pt x="162785" y="188784"/>
                  <a:pt x="230865" y="188784"/>
                </a:cubicBezTo>
                <a:cubicBezTo>
                  <a:pt x="240994" y="188784"/>
                  <a:pt x="257634" y="190675"/>
                  <a:pt x="257614" y="203637"/>
                </a:cubicBezTo>
                <a:cubicBezTo>
                  <a:pt x="257599" y="213057"/>
                  <a:pt x="250208" y="222228"/>
                  <a:pt x="230865" y="230386"/>
                </a:cubicBezTo>
                <a:close/>
              </a:path>
            </a:pathLst>
          </a:custGeom>
          <a:solidFill>
            <a:srgbClr val="591C88"/>
          </a:solidFill>
          <a:ln w="19050" cap="flat">
            <a:noFill/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911F14D2-6AF5-4560-A582-C6D704F1C61F}"/>
              </a:ext>
            </a:extLst>
          </p:cNvPr>
          <p:cNvSpPr/>
          <p:nvPr userDrawn="1"/>
        </p:nvSpPr>
        <p:spPr>
          <a:xfrm>
            <a:off x="8704383" y="486654"/>
            <a:ext cx="726173" cy="665645"/>
          </a:xfrm>
          <a:custGeom>
            <a:avLst/>
            <a:gdLst>
              <a:gd name="connsiteX0" fmla="*/ 503014 w 726173"/>
              <a:gd name="connsiteY0" fmla="*/ 434703 h 665645"/>
              <a:gd name="connsiteX1" fmla="*/ 522244 w 726173"/>
              <a:gd name="connsiteY1" fmla="*/ 461475 h 665645"/>
              <a:gd name="connsiteX2" fmla="*/ 495471 w 726173"/>
              <a:gd name="connsiteY2" fmla="*/ 476307 h 665645"/>
              <a:gd name="connsiteX3" fmla="*/ 3 w 726173"/>
              <a:gd name="connsiteY3" fmla="*/ 476307 h 665645"/>
              <a:gd name="connsiteX4" fmla="*/ 3 w 726173"/>
              <a:gd name="connsiteY4" fmla="*/ 665408 h 665645"/>
              <a:gd name="connsiteX5" fmla="*/ 359316 w 726173"/>
              <a:gd name="connsiteY5" fmla="*/ 665408 h 665645"/>
              <a:gd name="connsiteX6" fmla="*/ 495471 w 726173"/>
              <a:gd name="connsiteY6" fmla="*/ 665408 h 665645"/>
              <a:gd name="connsiteX7" fmla="*/ 655962 w 726173"/>
              <a:gd name="connsiteY7" fmla="*/ 595193 h 665645"/>
              <a:gd name="connsiteX8" fmla="*/ 726177 w 726173"/>
              <a:gd name="connsiteY8" fmla="*/ 434703 h 665645"/>
              <a:gd name="connsiteX9" fmla="*/ 663119 w 726173"/>
              <a:gd name="connsiteY9" fmla="*/ 310016 h 665645"/>
              <a:gd name="connsiteX10" fmla="*/ 519112 w 726173"/>
              <a:gd name="connsiteY10" fmla="*/ 239854 h 665645"/>
              <a:gd name="connsiteX11" fmla="*/ 517828 w 726173"/>
              <a:gd name="connsiteY11" fmla="*/ 239533 h 665645"/>
              <a:gd name="connsiteX12" fmla="*/ 495471 w 726173"/>
              <a:gd name="connsiteY12" fmla="*/ 230470 h 665645"/>
              <a:gd name="connsiteX13" fmla="*/ 468662 w 726173"/>
              <a:gd name="connsiteY13" fmla="*/ 204004 h 665645"/>
              <a:gd name="connsiteX14" fmla="*/ 495471 w 726173"/>
              <a:gd name="connsiteY14" fmla="*/ 188867 h 665645"/>
              <a:gd name="connsiteX15" fmla="*/ 726177 w 726173"/>
              <a:gd name="connsiteY15" fmla="*/ 188867 h 665645"/>
              <a:gd name="connsiteX16" fmla="*/ 726177 w 726173"/>
              <a:gd name="connsiteY16" fmla="*/ -237 h 665645"/>
              <a:gd name="connsiteX17" fmla="*/ 495471 w 726173"/>
              <a:gd name="connsiteY17" fmla="*/ -237 h 665645"/>
              <a:gd name="connsiteX18" fmla="*/ 335112 w 726173"/>
              <a:gd name="connsiteY18" fmla="*/ 70109 h 665645"/>
              <a:gd name="connsiteX19" fmla="*/ 264766 w 726173"/>
              <a:gd name="connsiteY19" fmla="*/ 230470 h 665645"/>
              <a:gd name="connsiteX20" fmla="*/ 328586 w 726173"/>
              <a:gd name="connsiteY20" fmla="*/ 355131 h 665645"/>
              <a:gd name="connsiteX21" fmla="*/ 473115 w 726173"/>
              <a:gd name="connsiteY21" fmla="*/ 423275 h 665645"/>
              <a:gd name="connsiteX22" fmla="*/ 503014 w 726173"/>
              <a:gd name="connsiteY22" fmla="*/ 434703 h 665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726173" h="665645">
                <a:moveTo>
                  <a:pt x="503014" y="434703"/>
                </a:moveTo>
                <a:cubicBezTo>
                  <a:pt x="519139" y="440839"/>
                  <a:pt x="522244" y="453487"/>
                  <a:pt x="522244" y="461475"/>
                </a:cubicBezTo>
                <a:cubicBezTo>
                  <a:pt x="522244" y="474278"/>
                  <a:pt x="505610" y="476307"/>
                  <a:pt x="495471" y="476307"/>
                </a:cubicBezTo>
                <a:lnTo>
                  <a:pt x="3" y="476307"/>
                </a:lnTo>
                <a:lnTo>
                  <a:pt x="3" y="665408"/>
                </a:lnTo>
                <a:lnTo>
                  <a:pt x="359316" y="665408"/>
                </a:lnTo>
                <a:lnTo>
                  <a:pt x="495471" y="665408"/>
                </a:lnTo>
                <a:cubicBezTo>
                  <a:pt x="553510" y="665408"/>
                  <a:pt x="612483" y="638667"/>
                  <a:pt x="655962" y="595193"/>
                </a:cubicBezTo>
                <a:cubicBezTo>
                  <a:pt x="699436" y="551714"/>
                  <a:pt x="726177" y="492741"/>
                  <a:pt x="726177" y="434703"/>
                </a:cubicBezTo>
                <a:cubicBezTo>
                  <a:pt x="726177" y="387144"/>
                  <a:pt x="703035" y="343627"/>
                  <a:pt x="663119" y="310016"/>
                </a:cubicBezTo>
                <a:cubicBezTo>
                  <a:pt x="608906" y="264361"/>
                  <a:pt x="519112" y="239854"/>
                  <a:pt x="519112" y="239854"/>
                </a:cubicBezTo>
                <a:cubicBezTo>
                  <a:pt x="518686" y="239744"/>
                  <a:pt x="518259" y="239637"/>
                  <a:pt x="517828" y="239533"/>
                </a:cubicBezTo>
                <a:cubicBezTo>
                  <a:pt x="517828" y="239533"/>
                  <a:pt x="519652" y="239792"/>
                  <a:pt x="495471" y="230470"/>
                </a:cubicBezTo>
                <a:cubicBezTo>
                  <a:pt x="473133" y="221858"/>
                  <a:pt x="468662" y="214187"/>
                  <a:pt x="468662" y="204004"/>
                </a:cubicBezTo>
                <a:cubicBezTo>
                  <a:pt x="468662" y="191242"/>
                  <a:pt x="485391" y="188867"/>
                  <a:pt x="495471" y="188867"/>
                </a:cubicBezTo>
                <a:lnTo>
                  <a:pt x="726177" y="188867"/>
                </a:lnTo>
                <a:lnTo>
                  <a:pt x="726177" y="-237"/>
                </a:lnTo>
                <a:lnTo>
                  <a:pt x="495471" y="-237"/>
                </a:lnTo>
                <a:cubicBezTo>
                  <a:pt x="437710" y="-237"/>
                  <a:pt x="378668" y="26551"/>
                  <a:pt x="335112" y="70109"/>
                </a:cubicBezTo>
                <a:cubicBezTo>
                  <a:pt x="291552" y="113668"/>
                  <a:pt x="264766" y="172709"/>
                  <a:pt x="264766" y="230470"/>
                </a:cubicBezTo>
                <a:cubicBezTo>
                  <a:pt x="264766" y="278360"/>
                  <a:pt x="288193" y="321835"/>
                  <a:pt x="328586" y="355131"/>
                </a:cubicBezTo>
                <a:cubicBezTo>
                  <a:pt x="382998" y="399983"/>
                  <a:pt x="473115" y="423275"/>
                  <a:pt x="473115" y="423275"/>
                </a:cubicBezTo>
                <a:cubicBezTo>
                  <a:pt x="471830" y="422952"/>
                  <a:pt x="480108" y="425984"/>
                  <a:pt x="503014" y="434703"/>
                </a:cubicBezTo>
                <a:close/>
              </a:path>
            </a:pathLst>
          </a:custGeom>
          <a:solidFill>
            <a:srgbClr val="591C88"/>
          </a:solidFill>
          <a:ln w="19050" cap="flat">
            <a:noFill/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50989BE4-CA59-4532-85BF-E7F93AD7320C}"/>
              </a:ext>
            </a:extLst>
          </p:cNvPr>
          <p:cNvSpPr/>
          <p:nvPr userDrawn="1"/>
        </p:nvSpPr>
        <p:spPr>
          <a:xfrm>
            <a:off x="8261894" y="486654"/>
            <a:ext cx="365728" cy="378736"/>
          </a:xfrm>
          <a:custGeom>
            <a:avLst/>
            <a:gdLst>
              <a:gd name="connsiteX0" fmla="*/ 193184 w 365728"/>
              <a:gd name="connsiteY0" fmla="*/ 148 h 378736"/>
              <a:gd name="connsiteX1" fmla="*/ 53 w 365728"/>
              <a:gd name="connsiteY1" fmla="*/ 148 h 378736"/>
              <a:gd name="connsiteX2" fmla="*/ 172650 w 365728"/>
              <a:gd name="connsiteY2" fmla="*/ 189535 h 378736"/>
              <a:gd name="connsiteX3" fmla="*/ 53 w 365728"/>
              <a:gd name="connsiteY3" fmla="*/ 378884 h 378736"/>
              <a:gd name="connsiteX4" fmla="*/ 193184 w 365728"/>
              <a:gd name="connsiteY4" fmla="*/ 378884 h 378736"/>
              <a:gd name="connsiteX5" fmla="*/ 365781 w 365728"/>
              <a:gd name="connsiteY5" fmla="*/ 189535 h 378736"/>
              <a:gd name="connsiteX6" fmla="*/ 193184 w 365728"/>
              <a:gd name="connsiteY6" fmla="*/ 148 h 37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5728" h="378736">
                <a:moveTo>
                  <a:pt x="193184" y="148"/>
                </a:moveTo>
                <a:lnTo>
                  <a:pt x="53" y="148"/>
                </a:lnTo>
                <a:lnTo>
                  <a:pt x="172650" y="189535"/>
                </a:lnTo>
                <a:lnTo>
                  <a:pt x="53" y="378884"/>
                </a:lnTo>
                <a:lnTo>
                  <a:pt x="193184" y="378884"/>
                </a:lnTo>
                <a:lnTo>
                  <a:pt x="365781" y="189535"/>
                </a:lnTo>
                <a:lnTo>
                  <a:pt x="193184" y="148"/>
                </a:lnTo>
                <a:close/>
              </a:path>
            </a:pathLst>
          </a:custGeom>
          <a:solidFill>
            <a:srgbClr val="591C88"/>
          </a:solidFill>
          <a:ln w="19050" cap="flat">
            <a:noFill/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39DE7BB4-7709-4675-9CED-FD1403CB70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588" y="486654"/>
            <a:ext cx="2846527" cy="84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52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5527" y="6379464"/>
            <a:ext cx="1066799" cy="31546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38961" y="620649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38100">
            <a:solidFill>
              <a:srgbClr val="581C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38961" y="1329689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38100">
            <a:solidFill>
              <a:srgbClr val="581C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752348"/>
            <a:ext cx="541401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581C8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5213" y="1517650"/>
            <a:ext cx="5558790" cy="44291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06356" y="6415135"/>
            <a:ext cx="2587625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dirty="0"/>
              <a:t>-</a:t>
            </a:r>
            <a:r>
              <a:rPr spc="-30" dirty="0"/>
              <a:t> Case</a:t>
            </a:r>
            <a:r>
              <a:rPr spc="-60" dirty="0"/>
              <a:t> </a:t>
            </a:r>
            <a:r>
              <a:rPr spc="-20" dirty="0"/>
              <a:t>Study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069464" y="6415135"/>
            <a:ext cx="833755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2025/10/30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36248" y="6415135"/>
            <a:ext cx="176529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E3E3E"/>
                </a:solidFill>
                <a:latin typeface="Lucida Sans"/>
                <a:cs typeface="Lucida Sans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9216" y="3680866"/>
            <a:ext cx="72872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400" dirty="0">
                <a:solidFill>
                  <a:schemeClr val="bg1"/>
                </a:solidFill>
                <a:latin typeface="Arial Black" panose="020B0A04020102020204" pitchFamily="34" charset="0"/>
              </a:rPr>
              <a:t>WEPLACM</a:t>
            </a:r>
            <a:endParaRPr sz="4400" dirty="0">
              <a:solidFill>
                <a:schemeClr val="bg1"/>
              </a:solidFill>
              <a:latin typeface="Arial Black" panose="020B0A04020102020204" pitchFamily="34" charset="0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9216" y="4409416"/>
            <a:ext cx="6485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0" dirty="0">
                <a:solidFill>
                  <a:srgbClr val="FFFFFF"/>
                </a:solidFill>
                <a:latin typeface="Arial Black"/>
                <a:cs typeface="Arial Black"/>
              </a:rPr>
              <a:t>Workflow</a:t>
            </a:r>
            <a:r>
              <a:rPr sz="24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Arial Black"/>
                <a:cs typeface="Arial Black"/>
              </a:rPr>
              <a:t>Management</a:t>
            </a:r>
            <a:r>
              <a:rPr sz="2400" spc="-1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 Black"/>
                <a:cs typeface="Arial Black"/>
              </a:rPr>
              <a:t>Winter</a:t>
            </a:r>
            <a:r>
              <a:rPr sz="24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spc="-150" dirty="0">
                <a:solidFill>
                  <a:srgbClr val="FFFFFF"/>
                </a:solidFill>
                <a:latin typeface="Arial Black"/>
                <a:cs typeface="Arial Black"/>
              </a:rPr>
              <a:t>Term </a:t>
            </a:r>
            <a:r>
              <a:rPr sz="2400" spc="-60" dirty="0">
                <a:solidFill>
                  <a:srgbClr val="FFFFFF"/>
                </a:solidFill>
                <a:latin typeface="Arial Black"/>
                <a:cs typeface="Arial Black"/>
              </a:rPr>
              <a:t>25/26</a:t>
            </a:r>
            <a:endParaRPr sz="2400" dirty="0">
              <a:latin typeface="Arial Black"/>
              <a:cs typeface="Arial Black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45A35D9-78AF-BA23-00CC-AF2EC9DBD0F3}"/>
              </a:ext>
            </a:extLst>
          </p:cNvPr>
          <p:cNvSpPr txBox="1"/>
          <p:nvPr/>
        </p:nvSpPr>
        <p:spPr>
          <a:xfrm>
            <a:off x="879216" y="5410200"/>
            <a:ext cx="3464184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Surya Surendran – 224201307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spc="-1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Jisna</a:t>
            </a:r>
            <a:r>
              <a:rPr lang="en-IN" sz="16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Joy –  224201487</a:t>
            </a:r>
            <a:br>
              <a:rPr lang="en-IN" sz="16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Ravi Ramani – 225100150</a:t>
            </a:r>
            <a:br>
              <a:rPr lang="en-IN" sz="16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Kenil Sohaliya – 224201315</a:t>
            </a:r>
            <a:br>
              <a:rPr lang="en-IN" sz="16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600" spc="-1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FF8744A-B817-4711-9234-1385E2FD8C1E}"/>
              </a:ext>
            </a:extLst>
          </p:cNvPr>
          <p:cNvSpPr txBox="1"/>
          <p:nvPr/>
        </p:nvSpPr>
        <p:spPr>
          <a:xfrm>
            <a:off x="4404083" y="5410200"/>
            <a:ext cx="34641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spc="-1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Denisbhai</a:t>
            </a:r>
            <a:r>
              <a:rPr lang="en-IN" sz="16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Kathiriya – 224201723</a:t>
            </a:r>
            <a:br>
              <a:rPr lang="en-IN" sz="16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Pranit Narendra </a:t>
            </a:r>
            <a:r>
              <a:rPr lang="en-IN" sz="1600" spc="-1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Muttha</a:t>
            </a:r>
            <a:r>
              <a:rPr lang="en-IN" sz="16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225200854</a:t>
            </a:r>
            <a:br>
              <a:rPr lang="en-IN" sz="16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Mohit Dangariya – 225100007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B76C-74DA-00A6-96EF-8F209F657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9" y="752348"/>
            <a:ext cx="5414010" cy="452119"/>
          </a:xfrm>
        </p:spPr>
        <p:txBody>
          <a:bodyPr wrap="square">
            <a:normAutofit fontScale="90000"/>
          </a:bodyPr>
          <a:lstStyle/>
          <a:p>
            <a:r>
              <a:rPr lang="en-US" sz="4000" dirty="0"/>
              <a:t>Agenda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6A695B-8FA1-FEB1-F1D4-EC2F1B7EDA62}"/>
              </a:ext>
            </a:extLst>
          </p:cNvPr>
          <p:cNvSpPr txBox="1"/>
          <p:nvPr/>
        </p:nvSpPr>
        <p:spPr>
          <a:xfrm>
            <a:off x="916939" y="2438400"/>
            <a:ext cx="906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Technology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Exchange of the Data objects between both company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Process Diagram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Message Types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EA19B3B3-C4D1-9B7A-A1C4-76F04B9D29C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069464" y="6415135"/>
            <a:ext cx="83375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</a:t>
            </a:r>
            <a:r>
              <a:rPr lang="en-US" spc="-95" dirty="0"/>
              <a:t>2</a:t>
            </a:r>
            <a:r>
              <a:rPr spc="-95" dirty="0"/>
              <a:t>/</a:t>
            </a:r>
            <a:r>
              <a:rPr lang="en-US" spc="-95" dirty="0"/>
              <a:t>11</a:t>
            </a:r>
            <a:endParaRPr spc="-95" dirty="0"/>
          </a:p>
        </p:txBody>
      </p:sp>
      <p:sp>
        <p:nvSpPr>
          <p:cNvPr id="7" name="object 16">
            <a:extLst>
              <a:ext uri="{FF2B5EF4-FFF2-40B4-BE49-F238E27FC236}">
                <a16:creationId xmlns:a16="http://schemas.microsoft.com/office/drawing/2014/main" id="{6C0C6C40-7884-E366-B87C-80D50F1916E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248" y="6415135"/>
            <a:ext cx="176529" cy="2330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3A46EE5A-5DD1-9A49-8D9C-09FACA69F75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06356" y="6415135"/>
            <a:ext cx="352784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lang="en-IN" spc="-20" dirty="0"/>
              <a:t>- WEPLACM </a:t>
            </a:r>
            <a:endParaRPr spc="-20" dirty="0"/>
          </a:p>
        </p:txBody>
      </p:sp>
    </p:spTree>
    <p:extLst>
      <p:ext uri="{BB962C8B-B14F-4D97-AF65-F5344CB8AC3E}">
        <p14:creationId xmlns:p14="http://schemas.microsoft.com/office/powerpoint/2010/main" val="163104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163BBE9-C830-D6AA-D112-44A50633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4648200" cy="430887"/>
          </a:xfrm>
        </p:spPr>
        <p:txBody>
          <a:bodyPr/>
          <a:lstStyle/>
          <a:p>
            <a:r>
              <a:rPr lang="en-IN" dirty="0"/>
              <a:t>Technology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5C5977-0943-C901-77F7-E2F68188205B}"/>
              </a:ext>
            </a:extLst>
          </p:cNvPr>
          <p:cNvSpPr txBox="1"/>
          <p:nvPr/>
        </p:nvSpPr>
        <p:spPr>
          <a:xfrm>
            <a:off x="914400" y="2743200"/>
            <a:ext cx="102218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 Tasks : </a:t>
            </a:r>
            <a:r>
              <a:rPr lang="en-IN" b="1" dirty="0"/>
              <a:t>Camunda Forms  </a:t>
            </a:r>
          </a:p>
          <a:p>
            <a:br>
              <a:rPr lang="en-IN" dirty="0"/>
            </a:br>
            <a:r>
              <a:rPr lang="en-IN" dirty="0"/>
              <a:t>Programming Language &amp; Library  : </a:t>
            </a:r>
            <a:r>
              <a:rPr lang="en-IN" b="1" dirty="0"/>
              <a:t>Python, </a:t>
            </a:r>
            <a:r>
              <a:rPr lang="en-IN" b="1" dirty="0" err="1"/>
              <a:t>Pyzeebe</a:t>
            </a:r>
            <a:endParaRPr lang="en-IN" b="1" dirty="0"/>
          </a:p>
          <a:p>
            <a:br>
              <a:rPr lang="en-IN" dirty="0"/>
            </a:br>
            <a:r>
              <a:rPr lang="en-IN" dirty="0"/>
              <a:t>Messages :  </a:t>
            </a:r>
            <a:r>
              <a:rPr lang="en-IN" b="1" dirty="0"/>
              <a:t>JSON</a:t>
            </a:r>
            <a:r>
              <a:rPr lang="en-IN" dirty="0"/>
              <a:t> </a:t>
            </a:r>
          </a:p>
          <a:p>
            <a:br>
              <a:rPr lang="en-IN" dirty="0"/>
            </a:br>
            <a:r>
              <a:rPr lang="en-IN" dirty="0"/>
              <a:t>Database : </a:t>
            </a:r>
            <a:r>
              <a:rPr lang="en-IN" b="1" dirty="0"/>
              <a:t>PostgreSQL / Docker</a:t>
            </a:r>
          </a:p>
          <a:p>
            <a:endParaRPr lang="en-IN" dirty="0"/>
          </a:p>
        </p:txBody>
      </p:sp>
      <p:sp>
        <p:nvSpPr>
          <p:cNvPr id="4" name="object 15">
            <a:extLst>
              <a:ext uri="{FF2B5EF4-FFF2-40B4-BE49-F238E27FC236}">
                <a16:creationId xmlns:a16="http://schemas.microsoft.com/office/drawing/2014/main" id="{1CF0DBCC-524C-4B6C-545B-B68610F4233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06356" y="6415135"/>
            <a:ext cx="352784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lang="en-IN" spc="-20" dirty="0"/>
              <a:t>- WEPLACM </a:t>
            </a:r>
            <a:endParaRPr spc="-20" dirty="0"/>
          </a:p>
        </p:txBody>
      </p:sp>
      <p:sp>
        <p:nvSpPr>
          <p:cNvPr id="5" name="object 14">
            <a:extLst>
              <a:ext uri="{FF2B5EF4-FFF2-40B4-BE49-F238E27FC236}">
                <a16:creationId xmlns:a16="http://schemas.microsoft.com/office/drawing/2014/main" id="{36DDF4F2-0C73-F1DD-F731-219B8259A2A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069464" y="6415135"/>
            <a:ext cx="83375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</a:t>
            </a:r>
            <a:r>
              <a:rPr lang="en-US" spc="-95" dirty="0"/>
              <a:t>2</a:t>
            </a:r>
            <a:r>
              <a:rPr spc="-95" dirty="0"/>
              <a:t>/</a:t>
            </a:r>
            <a:r>
              <a:rPr lang="en-US" spc="-95" dirty="0"/>
              <a:t>11</a:t>
            </a:r>
            <a:endParaRPr spc="-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56B75-056E-F903-969A-43A09725F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5F6D47B-2CDE-6694-E1E4-58B969BC10A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C170F58-14B3-4998-7AAE-0052A587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10134600" cy="1292662"/>
          </a:xfrm>
        </p:spPr>
        <p:txBody>
          <a:bodyPr/>
          <a:lstStyle/>
          <a:p>
            <a:r>
              <a:rPr lang="en-IN" dirty="0"/>
              <a:t>Exchange of data objects between both company :</a:t>
            </a:r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87682C94-32B0-823F-4F0B-D6A5BD8484F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06356" y="6415135"/>
            <a:ext cx="352784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lang="en-IN" spc="-20" dirty="0"/>
              <a:t>- WEPLACM </a:t>
            </a:r>
            <a:endParaRPr spc="-20" dirty="0"/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ACDCB2AF-60EC-7434-AC18-BE99D74A122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069464" y="6415135"/>
            <a:ext cx="83375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</a:t>
            </a:r>
            <a:r>
              <a:rPr lang="en-US" spc="-95" dirty="0"/>
              <a:t>2</a:t>
            </a:r>
            <a:r>
              <a:rPr spc="-95" dirty="0"/>
              <a:t>/</a:t>
            </a:r>
            <a:r>
              <a:rPr lang="en-US" spc="-95" dirty="0"/>
              <a:t>11</a:t>
            </a:r>
            <a:endParaRPr spc="-95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66CA43-0657-0963-B017-F232EDDC8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662298"/>
              </p:ext>
            </p:extLst>
          </p:nvPr>
        </p:nvGraphicFramePr>
        <p:xfrm>
          <a:off x="1600200" y="1600200"/>
          <a:ext cx="8763000" cy="4191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56861">
                  <a:extLst>
                    <a:ext uri="{9D8B030D-6E8A-4147-A177-3AD203B41FA5}">
                      <a16:colId xmlns:a16="http://schemas.microsoft.com/office/drawing/2014/main" val="868355582"/>
                    </a:ext>
                  </a:extLst>
                </a:gridCol>
                <a:gridCol w="4806139">
                  <a:extLst>
                    <a:ext uri="{9D8B030D-6E8A-4147-A177-3AD203B41FA5}">
                      <a16:colId xmlns:a16="http://schemas.microsoft.com/office/drawing/2014/main" val="1423416401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Receiving from WBIG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47" marR="7347" marT="734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sending to WBIG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47" marR="7347" marT="7347" marB="0" anchor="ctr"/>
                </a:tc>
                <a:extLst>
                  <a:ext uri="{0D108BD9-81ED-4DB2-BD59-A6C34878D82A}">
                    <a16:rowId xmlns:a16="http://schemas.microsoft.com/office/drawing/2014/main" val="316962125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161616"/>
                          </a:solidFill>
                          <a:effectLst/>
                        </a:rPr>
                        <a:t>Receive hiring request</a:t>
                      </a:r>
                      <a:endParaRPr lang="en-IN" sz="1800" b="0" i="0" u="none" strike="noStrike">
                        <a:solidFill>
                          <a:srgbClr val="16161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47" marR="7347" marT="734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161616"/>
                          </a:solidFill>
                          <a:effectLst/>
                        </a:rPr>
                        <a:t>Send missing requirements to WBIG</a:t>
                      </a:r>
                      <a:endParaRPr lang="en-US" sz="1800" b="0" i="0" u="none" strike="noStrike">
                        <a:solidFill>
                          <a:srgbClr val="16161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47" marR="7347" marT="7347" marB="0" anchor="ctr"/>
                </a:tc>
                <a:extLst>
                  <a:ext uri="{0D108BD9-81ED-4DB2-BD59-A6C34878D82A}">
                    <a16:rowId xmlns:a16="http://schemas.microsoft.com/office/drawing/2014/main" val="2343530687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161616"/>
                          </a:solidFill>
                          <a:effectLst/>
                        </a:rPr>
                        <a:t>Receive request for additional candidates</a:t>
                      </a:r>
                      <a:endParaRPr lang="en-US" sz="1800" b="0" i="0" u="none" strike="noStrike">
                        <a:solidFill>
                          <a:srgbClr val="16161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47" marR="7347" marT="734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161616"/>
                          </a:solidFill>
                          <a:effectLst/>
                        </a:rPr>
                        <a:t>sent no  applicant found info</a:t>
                      </a:r>
                      <a:endParaRPr lang="en-US" sz="1800" b="0" i="0" u="none" strike="noStrike">
                        <a:solidFill>
                          <a:srgbClr val="16161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47" marR="7347" marT="7347" marB="0" anchor="ctr"/>
                </a:tc>
                <a:extLst>
                  <a:ext uri="{0D108BD9-81ED-4DB2-BD59-A6C34878D82A}">
                    <a16:rowId xmlns:a16="http://schemas.microsoft.com/office/drawing/2014/main" val="162513374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161616"/>
                          </a:solidFill>
                          <a:effectLst/>
                        </a:rPr>
                        <a:t>Receive hiring results (positions filled)</a:t>
                      </a:r>
                      <a:endParaRPr lang="en-US" sz="1800" b="0" i="0" u="none" strike="noStrike">
                        <a:solidFill>
                          <a:srgbClr val="16161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47" marR="7347" marT="734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161616"/>
                          </a:solidFill>
                          <a:effectLst/>
                        </a:rPr>
                        <a:t>Send shortlisted candidate profiles to WBIG</a:t>
                      </a:r>
                      <a:endParaRPr lang="en-US" sz="1800" b="0" i="0" u="none" strike="noStrike">
                        <a:solidFill>
                          <a:srgbClr val="16161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47" marR="7347" marT="7347" marB="0" anchor="ctr"/>
                </a:tc>
                <a:extLst>
                  <a:ext uri="{0D108BD9-81ED-4DB2-BD59-A6C34878D82A}">
                    <a16:rowId xmlns:a16="http://schemas.microsoft.com/office/drawing/2014/main" val="111310407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161616"/>
                          </a:solidFill>
                          <a:effectLst/>
                        </a:rPr>
                        <a:t>Receive invoice rejection</a:t>
                      </a:r>
                      <a:endParaRPr lang="en-IN" sz="1800" b="0" i="0" u="none" strike="noStrike">
                        <a:solidFill>
                          <a:srgbClr val="16161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47" marR="7347" marT="734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161616"/>
                          </a:solidFill>
                          <a:effectLst/>
                        </a:rPr>
                        <a:t>sent invoice</a:t>
                      </a:r>
                      <a:endParaRPr lang="en-IN" sz="1800" b="0" i="0" u="none" strike="noStrike">
                        <a:solidFill>
                          <a:srgbClr val="16161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47" marR="7347" marT="7347" marB="0" anchor="ctr"/>
                </a:tc>
                <a:extLst>
                  <a:ext uri="{0D108BD9-81ED-4DB2-BD59-A6C34878D82A}">
                    <a16:rowId xmlns:a16="http://schemas.microsoft.com/office/drawing/2014/main" val="143399166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800" b="0" i="0" u="none" strike="noStrike">
                        <a:solidFill>
                          <a:srgbClr val="16161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47" marR="7347" marT="734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161616"/>
                          </a:solidFill>
                          <a:effectLst/>
                        </a:rPr>
                        <a:t>Notify client of payment error</a:t>
                      </a:r>
                      <a:endParaRPr lang="en-US" sz="1800" b="0" i="0" u="none" strike="noStrike" dirty="0">
                        <a:solidFill>
                          <a:srgbClr val="16161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47" marR="7347" marT="7347" marB="0" anchor="ctr"/>
                </a:tc>
                <a:extLst>
                  <a:ext uri="{0D108BD9-81ED-4DB2-BD59-A6C34878D82A}">
                    <a16:rowId xmlns:a16="http://schemas.microsoft.com/office/drawing/2014/main" val="1329228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2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8FF97-BBEC-3277-7287-F69A499AB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>
            <a:extLst>
              <a:ext uri="{FF2B5EF4-FFF2-40B4-BE49-F238E27FC236}">
                <a16:creationId xmlns:a16="http://schemas.microsoft.com/office/drawing/2014/main" id="{3DF487D7-8E7D-46B9-7347-A5C83227BCA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06356" y="6415135"/>
            <a:ext cx="352784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lang="en-IN" spc="-20" dirty="0"/>
              <a:t>- WEPLACM </a:t>
            </a:r>
            <a:endParaRPr spc="-20"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77441C1-D9E6-E7F5-E4FF-71B1E56C470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368CA4C9-E20B-D6AD-C95B-6AE00B44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4648200" cy="430887"/>
          </a:xfrm>
        </p:spPr>
        <p:txBody>
          <a:bodyPr/>
          <a:lstStyle/>
          <a:p>
            <a:r>
              <a:rPr lang="en-IN" dirty="0"/>
              <a:t>The WEPLACM Process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7A9A8-B855-128D-B12D-CB0B13B868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4800"/>
            <a:ext cx="5486400" cy="9144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A6DC15-D7B2-2B45-DEE6-C20EB5665317}"/>
              </a:ext>
            </a:extLst>
          </p:cNvPr>
          <p:cNvSpPr/>
          <p:nvPr/>
        </p:nvSpPr>
        <p:spPr>
          <a:xfrm>
            <a:off x="6019800" y="235116"/>
            <a:ext cx="1524000" cy="984084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2F95D5-1114-D28D-A5A6-CCD8705B5B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8852" y="1609790"/>
            <a:ext cx="8318147" cy="442358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object 14">
            <a:extLst>
              <a:ext uri="{FF2B5EF4-FFF2-40B4-BE49-F238E27FC236}">
                <a16:creationId xmlns:a16="http://schemas.microsoft.com/office/drawing/2014/main" id="{18C9C82A-8852-B785-1C65-EE0C9E3BF70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069464" y="6415135"/>
            <a:ext cx="83375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</a:t>
            </a:r>
            <a:r>
              <a:rPr lang="en-US" spc="-95" dirty="0"/>
              <a:t>2</a:t>
            </a:r>
            <a:r>
              <a:rPr spc="-95" dirty="0"/>
              <a:t>/</a:t>
            </a:r>
            <a:r>
              <a:rPr lang="en-US" spc="-95" dirty="0"/>
              <a:t>11</a:t>
            </a:r>
            <a:endParaRPr spc="-95" dirty="0"/>
          </a:p>
        </p:txBody>
      </p:sp>
    </p:spTree>
    <p:extLst>
      <p:ext uri="{BB962C8B-B14F-4D97-AF65-F5344CB8AC3E}">
        <p14:creationId xmlns:p14="http://schemas.microsoft.com/office/powerpoint/2010/main" val="2882355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26B8B-C0CA-85F7-AADB-B4F017668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95F4A2BB-89FD-C94A-68BE-514916F83C1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A83C898-D649-EEBE-542A-8D73E092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4648200" cy="430887"/>
          </a:xfrm>
        </p:spPr>
        <p:txBody>
          <a:bodyPr/>
          <a:lstStyle/>
          <a:p>
            <a:r>
              <a:rPr lang="en-IN" dirty="0"/>
              <a:t>The WEPLACM Process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9BAA75-5445-197D-D611-0F5C41B985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4800"/>
            <a:ext cx="5486400" cy="9144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E6B9AFF-7904-2B8B-52F6-D049349ED770}"/>
              </a:ext>
            </a:extLst>
          </p:cNvPr>
          <p:cNvSpPr/>
          <p:nvPr/>
        </p:nvSpPr>
        <p:spPr>
          <a:xfrm>
            <a:off x="7467600" y="235116"/>
            <a:ext cx="1295400" cy="984084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ECD333-8A47-5770-027E-45CEA9979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3121" y="1600200"/>
            <a:ext cx="8189609" cy="444276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object 15">
            <a:extLst>
              <a:ext uri="{FF2B5EF4-FFF2-40B4-BE49-F238E27FC236}">
                <a16:creationId xmlns:a16="http://schemas.microsoft.com/office/drawing/2014/main" id="{56B18FAA-4C16-E268-ADCC-84C7654ACBA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06356" y="6415135"/>
            <a:ext cx="352784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lang="en-IN" spc="-20" dirty="0"/>
              <a:t>- WEPLACM </a:t>
            </a:r>
            <a:endParaRPr spc="-20" dirty="0"/>
          </a:p>
        </p:txBody>
      </p:sp>
      <p:sp>
        <p:nvSpPr>
          <p:cNvPr id="8" name="object 14">
            <a:extLst>
              <a:ext uri="{FF2B5EF4-FFF2-40B4-BE49-F238E27FC236}">
                <a16:creationId xmlns:a16="http://schemas.microsoft.com/office/drawing/2014/main" id="{F7F9AB27-52F7-21C1-6DF1-84BAAD9FD45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069464" y="6415135"/>
            <a:ext cx="83375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</a:t>
            </a:r>
            <a:r>
              <a:rPr lang="en-US" spc="-95" dirty="0"/>
              <a:t>2</a:t>
            </a:r>
            <a:r>
              <a:rPr spc="-95" dirty="0"/>
              <a:t>/</a:t>
            </a:r>
            <a:r>
              <a:rPr lang="en-US" spc="-95" dirty="0"/>
              <a:t>11</a:t>
            </a:r>
            <a:endParaRPr spc="-95" dirty="0"/>
          </a:p>
        </p:txBody>
      </p:sp>
    </p:spTree>
    <p:extLst>
      <p:ext uri="{BB962C8B-B14F-4D97-AF65-F5344CB8AC3E}">
        <p14:creationId xmlns:p14="http://schemas.microsoft.com/office/powerpoint/2010/main" val="943482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82D2D-E9DE-0183-41F5-137C789F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B5AE93B-9382-7278-CF2A-D0C4222FFCB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74D7648C-8094-1E78-2E08-D811EA23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4648200" cy="430887"/>
          </a:xfrm>
        </p:spPr>
        <p:txBody>
          <a:bodyPr/>
          <a:lstStyle/>
          <a:p>
            <a:r>
              <a:rPr lang="en-IN" dirty="0"/>
              <a:t>The WEPLACM Process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ACF546-8456-959C-37CF-12F5040C6D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4800"/>
            <a:ext cx="5486400" cy="9144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E0E4B21-18E2-7960-91D0-2E76223496BE}"/>
              </a:ext>
            </a:extLst>
          </p:cNvPr>
          <p:cNvSpPr/>
          <p:nvPr/>
        </p:nvSpPr>
        <p:spPr>
          <a:xfrm>
            <a:off x="8763000" y="235116"/>
            <a:ext cx="1295400" cy="984084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2B3B0D-FDB9-516F-E207-09C5ED1B6328}"/>
              </a:ext>
            </a:extLst>
          </p:cNvPr>
          <p:cNvSpPr/>
          <p:nvPr/>
        </p:nvSpPr>
        <p:spPr>
          <a:xfrm>
            <a:off x="8763000" y="662483"/>
            <a:ext cx="838200" cy="22860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D192B2-94BC-5ECB-84E1-AFB415C4CC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4875" y="2419803"/>
            <a:ext cx="7306101" cy="280355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object 15">
            <a:extLst>
              <a:ext uri="{FF2B5EF4-FFF2-40B4-BE49-F238E27FC236}">
                <a16:creationId xmlns:a16="http://schemas.microsoft.com/office/drawing/2014/main" id="{91092F29-5260-17A9-89FD-7B04903246B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06356" y="6415135"/>
            <a:ext cx="352784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lang="en-IN" spc="-20" dirty="0"/>
              <a:t>- WEPLACM </a:t>
            </a:r>
            <a:endParaRPr spc="-20" dirty="0"/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36399A9E-96B5-665F-5BFB-C625CCD8917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069464" y="6415135"/>
            <a:ext cx="83375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</a:t>
            </a:r>
            <a:r>
              <a:rPr lang="en-US" spc="-95" dirty="0"/>
              <a:t>2</a:t>
            </a:r>
            <a:r>
              <a:rPr spc="-95" dirty="0"/>
              <a:t>/</a:t>
            </a:r>
            <a:r>
              <a:rPr lang="en-US" spc="-95" dirty="0"/>
              <a:t>11</a:t>
            </a:r>
            <a:endParaRPr spc="-95" dirty="0"/>
          </a:p>
        </p:txBody>
      </p:sp>
    </p:spTree>
    <p:extLst>
      <p:ext uri="{BB962C8B-B14F-4D97-AF65-F5344CB8AC3E}">
        <p14:creationId xmlns:p14="http://schemas.microsoft.com/office/powerpoint/2010/main" val="101929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59628-C29D-36BF-4DD0-691218432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82F1569-73E2-6471-06F0-6D79D98CD18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3842EA7-A5B0-84E8-1B38-3B76B5B3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4648200" cy="430887"/>
          </a:xfrm>
        </p:spPr>
        <p:txBody>
          <a:bodyPr/>
          <a:lstStyle/>
          <a:p>
            <a:r>
              <a:rPr lang="en-IN" dirty="0"/>
              <a:t>The WEPLACM Process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8CD502-1D93-C512-12ED-E0B5A9583F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4800"/>
            <a:ext cx="5486400" cy="9144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B58713B-FE94-E244-36E0-6E6F35B69D98}"/>
              </a:ext>
            </a:extLst>
          </p:cNvPr>
          <p:cNvSpPr/>
          <p:nvPr/>
        </p:nvSpPr>
        <p:spPr>
          <a:xfrm>
            <a:off x="8763000" y="235116"/>
            <a:ext cx="1295400" cy="984084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E63031-CC53-5431-4765-6462A61653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6515" y="1600200"/>
            <a:ext cx="7302821" cy="444276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object 15">
            <a:extLst>
              <a:ext uri="{FF2B5EF4-FFF2-40B4-BE49-F238E27FC236}">
                <a16:creationId xmlns:a16="http://schemas.microsoft.com/office/drawing/2014/main" id="{56CFF627-6FBD-685C-66C4-397C6FC939E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06356" y="6415135"/>
            <a:ext cx="352784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lang="en-IN" spc="-20" dirty="0"/>
              <a:t>- WEPLACM </a:t>
            </a:r>
            <a:endParaRPr spc="-20" dirty="0"/>
          </a:p>
        </p:txBody>
      </p:sp>
      <p:sp>
        <p:nvSpPr>
          <p:cNvPr id="5" name="object 14">
            <a:extLst>
              <a:ext uri="{FF2B5EF4-FFF2-40B4-BE49-F238E27FC236}">
                <a16:creationId xmlns:a16="http://schemas.microsoft.com/office/drawing/2014/main" id="{892DF326-3C05-62F5-0C9B-CFC8FF34C85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069464" y="6415135"/>
            <a:ext cx="83375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</a:t>
            </a:r>
            <a:r>
              <a:rPr lang="en-US" spc="-95" dirty="0"/>
              <a:t>2</a:t>
            </a:r>
            <a:r>
              <a:rPr spc="-95" dirty="0"/>
              <a:t>/</a:t>
            </a:r>
            <a:r>
              <a:rPr lang="en-US" spc="-95" dirty="0"/>
              <a:t>11</a:t>
            </a:r>
            <a:endParaRPr spc="-95" dirty="0"/>
          </a:p>
        </p:txBody>
      </p:sp>
    </p:spTree>
    <p:extLst>
      <p:ext uri="{BB962C8B-B14F-4D97-AF65-F5344CB8AC3E}">
        <p14:creationId xmlns:p14="http://schemas.microsoft.com/office/powerpoint/2010/main" val="2820524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CAB0D-8A17-6238-19A9-75611A64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259B2174-861E-EAE4-2671-9A4AD9AF086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772F55EE-3F11-C164-2F9B-6E225FF6C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4648200" cy="430887"/>
          </a:xfrm>
        </p:spPr>
        <p:txBody>
          <a:bodyPr/>
          <a:lstStyle/>
          <a:p>
            <a:r>
              <a:rPr lang="en-IN" dirty="0"/>
              <a:t>The WEPLACM Process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ACE36E-76EE-8DB6-1BBF-170D33C029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4800"/>
            <a:ext cx="5486400" cy="9144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4E6291E-05AC-106E-AEBC-770D16D08201}"/>
              </a:ext>
            </a:extLst>
          </p:cNvPr>
          <p:cNvSpPr/>
          <p:nvPr/>
        </p:nvSpPr>
        <p:spPr>
          <a:xfrm>
            <a:off x="10073640" y="227496"/>
            <a:ext cx="1524000" cy="991704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F5D27-D7FE-9B4E-A5EC-6F67C2854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4875" y="1799315"/>
            <a:ext cx="7306101" cy="404453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object 15">
            <a:extLst>
              <a:ext uri="{FF2B5EF4-FFF2-40B4-BE49-F238E27FC236}">
                <a16:creationId xmlns:a16="http://schemas.microsoft.com/office/drawing/2014/main" id="{CB8DA242-03F2-317D-2A53-29C9F22A0D9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06356" y="6415135"/>
            <a:ext cx="352784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/>
              <a:t>Workflow</a:t>
            </a:r>
            <a:r>
              <a:rPr spc="-50" dirty="0"/>
              <a:t> </a:t>
            </a:r>
            <a:r>
              <a:rPr spc="-20" dirty="0"/>
              <a:t>Management</a:t>
            </a:r>
            <a:r>
              <a:rPr spc="-70" dirty="0"/>
              <a:t> </a:t>
            </a:r>
            <a:r>
              <a:rPr lang="en-IN" spc="-20" dirty="0"/>
              <a:t>- WEPLACM </a:t>
            </a:r>
            <a:endParaRPr spc="-20" dirty="0"/>
          </a:p>
        </p:txBody>
      </p:sp>
      <p:sp>
        <p:nvSpPr>
          <p:cNvPr id="8" name="object 14">
            <a:extLst>
              <a:ext uri="{FF2B5EF4-FFF2-40B4-BE49-F238E27FC236}">
                <a16:creationId xmlns:a16="http://schemas.microsoft.com/office/drawing/2014/main" id="{E3BFAC3B-37D2-4065-C8DC-B1B3AE50576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069464" y="6415135"/>
            <a:ext cx="83375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 dirty="0"/>
              <a:t>2025/1</a:t>
            </a:r>
            <a:r>
              <a:rPr lang="en-US" spc="-95" dirty="0"/>
              <a:t>2</a:t>
            </a:r>
            <a:r>
              <a:rPr spc="-95" dirty="0"/>
              <a:t>/</a:t>
            </a:r>
            <a:r>
              <a:rPr lang="en-US" spc="-95" dirty="0"/>
              <a:t>11</a:t>
            </a:r>
            <a:endParaRPr spc="-95" dirty="0"/>
          </a:p>
        </p:txBody>
      </p:sp>
    </p:spTree>
    <p:extLst>
      <p:ext uri="{BB962C8B-B14F-4D97-AF65-F5344CB8AC3E}">
        <p14:creationId xmlns:p14="http://schemas.microsoft.com/office/powerpoint/2010/main" val="952689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2671EB8-1BED-92DE-D85A-F0522B19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464" y="6415135"/>
            <a:ext cx="1054736" cy="369332"/>
          </a:xfrm>
        </p:spPr>
        <p:txBody>
          <a:bodyPr/>
          <a:lstStyle/>
          <a:p>
            <a:r>
              <a:rPr lang="en-IN" dirty="0"/>
              <a:t>2025/1</a:t>
            </a:r>
            <a:r>
              <a:rPr lang="en-US" dirty="0"/>
              <a:t>2</a:t>
            </a:r>
            <a:r>
              <a:rPr lang="en-IN" dirty="0"/>
              <a:t>/</a:t>
            </a:r>
            <a:r>
              <a:rPr lang="en-US" dirty="0"/>
              <a:t>11</a:t>
            </a:r>
            <a:endParaRPr lang="en-IN" dirty="0">
              <a:effectLst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B142E5-E7BC-88F2-1442-2FF3DFE35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6356" y="6415135"/>
            <a:ext cx="2587625" cy="184666"/>
          </a:xfrm>
        </p:spPr>
        <p:txBody>
          <a:bodyPr/>
          <a:lstStyle/>
          <a:p>
            <a:r>
              <a:rPr lang="en-IN" dirty="0"/>
              <a:t>Workflow Management - WEPLACM </a:t>
            </a:r>
            <a:endParaRPr lang="en-IN" dirty="0">
              <a:effectLst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92A32F-297F-7633-84B4-2F8B5100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6600" y="6415136"/>
            <a:ext cx="416177" cy="184666"/>
          </a:xfrm>
        </p:spPr>
        <p:txBody>
          <a:bodyPr/>
          <a:lstStyle/>
          <a:p>
            <a:fld id="{CFAE160F-ADC4-44D7-A740-6FAC7E7C88C7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66A0B3A-FF79-DBC3-09A9-CD2AE39F1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413"/>
            <a:ext cx="10515600" cy="430887"/>
          </a:xfrm>
        </p:spPr>
        <p:txBody>
          <a:bodyPr/>
          <a:lstStyle/>
          <a:p>
            <a:r>
              <a:rPr lang="de-DE" dirty="0"/>
              <a:t>The WBIG Process – Deployed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496F18-D9E0-6CDA-4146-FF6F7F4C6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464" y="1371877"/>
            <a:ext cx="7455536" cy="465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90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CD5D9-C364-EB8E-919A-93BF0092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13A561-346D-87AD-DB03-9A4D01C859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464" y="6415135"/>
            <a:ext cx="1054736" cy="184666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IN" spc="-95" dirty="0"/>
              <a:t>2025/12/11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E1734-A50B-5EA7-C236-21969D588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6356" y="6415135"/>
            <a:ext cx="2587625" cy="184666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IN" spc="-20" dirty="0"/>
              <a:t>Workflow</a:t>
            </a:r>
            <a:r>
              <a:rPr lang="en-IN" spc="-50" dirty="0"/>
              <a:t> </a:t>
            </a:r>
            <a:r>
              <a:rPr lang="en-IN" spc="-20" dirty="0"/>
              <a:t>Management</a:t>
            </a:r>
            <a:r>
              <a:rPr lang="en-IN" spc="-70" dirty="0"/>
              <a:t> </a:t>
            </a:r>
            <a:r>
              <a:rPr lang="en-IN" spc="-20" dirty="0"/>
              <a:t>- WEPLACM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D7FA3-140D-59D9-C20E-50D5FB77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6248" y="6415135"/>
            <a:ext cx="378419" cy="45719"/>
          </a:xfrm>
        </p:spPr>
        <p:txBody>
          <a:bodyPr/>
          <a:lstStyle/>
          <a:p>
            <a:fld id="{CFAE160F-ADC4-44D7-A740-6FAC7E7C88C7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A8E684-BD0F-D006-AE47-31F6D528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Message Types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284EA8B-E4F1-B4F0-7BBE-2639357B8938}"/>
              </a:ext>
            </a:extLst>
          </p:cNvPr>
          <p:cNvGraphicFramePr>
            <a:graphicFrameLocks noGrp="1"/>
          </p:cNvGraphicFramePr>
          <p:nvPr/>
        </p:nvGraphicFramePr>
        <p:xfrm>
          <a:off x="835525" y="1823518"/>
          <a:ext cx="526047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691">
                  <a:extLst>
                    <a:ext uri="{9D8B030D-6E8A-4147-A177-3AD203B41FA5}">
                      <a16:colId xmlns:a16="http://schemas.microsoft.com/office/drawing/2014/main" val="4039697096"/>
                    </a:ext>
                  </a:extLst>
                </a:gridCol>
                <a:gridCol w="1499454">
                  <a:extLst>
                    <a:ext uri="{9D8B030D-6E8A-4147-A177-3AD203B41FA5}">
                      <a16:colId xmlns:a16="http://schemas.microsoft.com/office/drawing/2014/main" val="2906380790"/>
                    </a:ext>
                  </a:extLst>
                </a:gridCol>
                <a:gridCol w="2291330">
                  <a:extLst>
                    <a:ext uri="{9D8B030D-6E8A-4147-A177-3AD203B41FA5}">
                      <a16:colId xmlns:a16="http://schemas.microsoft.com/office/drawing/2014/main" val="2915909809"/>
                    </a:ext>
                  </a:extLst>
                </a:gridCol>
              </a:tblGrid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/>
                        <a:t>Field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67570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JobID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Unique Job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767252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NoCandidates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Shows if no candidates are found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82431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170716D-406E-AEA2-D34E-1C10E8840698}"/>
              </a:ext>
            </a:extLst>
          </p:cNvPr>
          <p:cNvSpPr txBox="1"/>
          <p:nvPr/>
        </p:nvSpPr>
        <p:spPr>
          <a:xfrm>
            <a:off x="835525" y="1454186"/>
            <a:ext cx="30217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No candidates found</a:t>
            </a:r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1580EA1-63A3-E519-E96A-5BA5405A0768}"/>
              </a:ext>
            </a:extLst>
          </p:cNvPr>
          <p:cNvGraphicFramePr>
            <a:graphicFrameLocks noGrp="1"/>
          </p:cNvGraphicFramePr>
          <p:nvPr/>
        </p:nvGraphicFramePr>
        <p:xfrm>
          <a:off x="6254192" y="1823518"/>
          <a:ext cx="526047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691">
                  <a:extLst>
                    <a:ext uri="{9D8B030D-6E8A-4147-A177-3AD203B41FA5}">
                      <a16:colId xmlns:a16="http://schemas.microsoft.com/office/drawing/2014/main" val="4039697096"/>
                    </a:ext>
                  </a:extLst>
                </a:gridCol>
                <a:gridCol w="1499454">
                  <a:extLst>
                    <a:ext uri="{9D8B030D-6E8A-4147-A177-3AD203B41FA5}">
                      <a16:colId xmlns:a16="http://schemas.microsoft.com/office/drawing/2014/main" val="2906380790"/>
                    </a:ext>
                  </a:extLst>
                </a:gridCol>
                <a:gridCol w="2291330">
                  <a:extLst>
                    <a:ext uri="{9D8B030D-6E8A-4147-A177-3AD203B41FA5}">
                      <a16:colId xmlns:a16="http://schemas.microsoft.com/office/drawing/2014/main" val="2915909809"/>
                    </a:ext>
                  </a:extLst>
                </a:gridCol>
              </a:tblGrid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/>
                        <a:t>Field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67570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JobID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Unique Job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767252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CandidateID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Unique Candidate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824316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[“positive”, “negative”]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Show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68473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BBE5687-A5DA-CA7D-5B74-E12A6C2C8062}"/>
              </a:ext>
            </a:extLst>
          </p:cNvPr>
          <p:cNvSpPr txBox="1"/>
          <p:nvPr/>
        </p:nvSpPr>
        <p:spPr>
          <a:xfrm>
            <a:off x="6254191" y="1454186"/>
            <a:ext cx="4413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Hiring results</a:t>
            </a:r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F556B8F-F056-6EB0-99FA-6B8EA40FB29A}"/>
              </a:ext>
            </a:extLst>
          </p:cNvPr>
          <p:cNvGraphicFramePr>
            <a:graphicFrameLocks noGrp="1"/>
          </p:cNvGraphicFramePr>
          <p:nvPr/>
        </p:nvGraphicFramePr>
        <p:xfrm>
          <a:off x="835525" y="3388563"/>
          <a:ext cx="526047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691">
                  <a:extLst>
                    <a:ext uri="{9D8B030D-6E8A-4147-A177-3AD203B41FA5}">
                      <a16:colId xmlns:a16="http://schemas.microsoft.com/office/drawing/2014/main" val="4039697096"/>
                    </a:ext>
                  </a:extLst>
                </a:gridCol>
                <a:gridCol w="1499454">
                  <a:extLst>
                    <a:ext uri="{9D8B030D-6E8A-4147-A177-3AD203B41FA5}">
                      <a16:colId xmlns:a16="http://schemas.microsoft.com/office/drawing/2014/main" val="2906380790"/>
                    </a:ext>
                  </a:extLst>
                </a:gridCol>
                <a:gridCol w="2291330">
                  <a:extLst>
                    <a:ext uri="{9D8B030D-6E8A-4147-A177-3AD203B41FA5}">
                      <a16:colId xmlns:a16="http://schemas.microsoft.com/office/drawing/2014/main" val="2915909809"/>
                    </a:ext>
                  </a:extLst>
                </a:gridCol>
              </a:tblGrid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/>
                        <a:t>Field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67570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JobID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Unique Job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767252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Change request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8243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7C9FFCE-33C2-A09F-ECFD-CB36EF8F228B}"/>
              </a:ext>
            </a:extLst>
          </p:cNvPr>
          <p:cNvSpPr txBox="1"/>
          <p:nvPr/>
        </p:nvSpPr>
        <p:spPr>
          <a:xfrm>
            <a:off x="835524" y="3019231"/>
            <a:ext cx="52604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Job opening information change request</a:t>
            </a: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F073DE-4104-2C40-2DD4-78E7238D5D5B}"/>
              </a:ext>
            </a:extLst>
          </p:cNvPr>
          <p:cNvGraphicFramePr>
            <a:graphicFrameLocks noGrp="1"/>
          </p:cNvGraphicFramePr>
          <p:nvPr/>
        </p:nvGraphicFramePr>
        <p:xfrm>
          <a:off x="835524" y="4770728"/>
          <a:ext cx="526047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691">
                  <a:extLst>
                    <a:ext uri="{9D8B030D-6E8A-4147-A177-3AD203B41FA5}">
                      <a16:colId xmlns:a16="http://schemas.microsoft.com/office/drawing/2014/main" val="4039697096"/>
                    </a:ext>
                  </a:extLst>
                </a:gridCol>
                <a:gridCol w="1499454">
                  <a:extLst>
                    <a:ext uri="{9D8B030D-6E8A-4147-A177-3AD203B41FA5}">
                      <a16:colId xmlns:a16="http://schemas.microsoft.com/office/drawing/2014/main" val="2906380790"/>
                    </a:ext>
                  </a:extLst>
                </a:gridCol>
                <a:gridCol w="2291330">
                  <a:extLst>
                    <a:ext uri="{9D8B030D-6E8A-4147-A177-3AD203B41FA5}">
                      <a16:colId xmlns:a16="http://schemas.microsoft.com/office/drawing/2014/main" val="2915909809"/>
                    </a:ext>
                  </a:extLst>
                </a:gridCol>
              </a:tblGrid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/>
                        <a:t>Field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67570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err="1">
                          <a:latin typeface="Open Sans"/>
                        </a:rPr>
                        <a:t>JobID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Unique Job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767252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RequestNr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Amount of new CV’s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8243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9A83858-598A-B4CF-2DDB-636D323EDB5E}"/>
              </a:ext>
            </a:extLst>
          </p:cNvPr>
          <p:cNvSpPr txBox="1"/>
          <p:nvPr/>
        </p:nvSpPr>
        <p:spPr>
          <a:xfrm>
            <a:off x="835523" y="4401396"/>
            <a:ext cx="52604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Request more CV’s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19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1B47C-DB82-3A1C-2B50-E4605FAC7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F27F379-0EFB-53FF-E2C3-A0315BC6A01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 lIns="91440" tIns="45720" rIns="91440" bIns="45720" anchor="t"/>
          <a:lstStyle/>
          <a:p>
            <a:endParaRPr lang="de-DE">
              <a:ea typeface="Open Sans"/>
              <a:cs typeface="Open Sans"/>
            </a:endParaRPr>
          </a:p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FB14886-9E67-FBB8-364F-550604993D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464" y="6415136"/>
            <a:ext cx="978536" cy="184666"/>
          </a:xfrm>
        </p:spPr>
        <p:txBody>
          <a:bodyPr/>
          <a:lstStyle/>
          <a:p>
            <a:r>
              <a:rPr lang="en-IN" spc="-95" dirty="0"/>
              <a:t>2025/12/11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7464FC-D3BF-28B1-0B42-904B163EC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6356" y="6415135"/>
            <a:ext cx="2587625" cy="184666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IN" spc="-20" dirty="0"/>
              <a:t>Workflow</a:t>
            </a:r>
            <a:r>
              <a:rPr lang="en-IN" spc="-50" dirty="0"/>
              <a:t> </a:t>
            </a:r>
            <a:r>
              <a:rPr lang="en-IN" spc="-20" dirty="0"/>
              <a:t>Management</a:t>
            </a:r>
            <a:r>
              <a:rPr lang="en-IN" spc="-70" dirty="0"/>
              <a:t> </a:t>
            </a:r>
            <a:r>
              <a:rPr lang="en-IN" spc="-20" dirty="0"/>
              <a:t>- WEPLACM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E37DFF-28AB-6329-CBCB-F165EA7F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6415136"/>
            <a:ext cx="339977" cy="184666"/>
          </a:xfrm>
        </p:spPr>
        <p:txBody>
          <a:bodyPr/>
          <a:lstStyle/>
          <a:p>
            <a:fld id="{CFAE160F-ADC4-44D7-A740-6FAC7E7C88C7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2EB1891-BB7F-1AB8-AF9B-3E23061F3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de-DE">
                <a:ea typeface="Open Sans"/>
                <a:cs typeface="Open Sans"/>
              </a:rPr>
              <a:t>Message Types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5ED64ED-7059-ACCD-03ED-EF6292540268}"/>
              </a:ext>
            </a:extLst>
          </p:cNvPr>
          <p:cNvGraphicFramePr>
            <a:graphicFrameLocks noGrp="1"/>
          </p:cNvGraphicFramePr>
          <p:nvPr/>
        </p:nvGraphicFramePr>
        <p:xfrm>
          <a:off x="839777" y="2020404"/>
          <a:ext cx="5256223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006">
                  <a:extLst>
                    <a:ext uri="{9D8B030D-6E8A-4147-A177-3AD203B41FA5}">
                      <a16:colId xmlns:a16="http://schemas.microsoft.com/office/drawing/2014/main" val="4039697096"/>
                    </a:ext>
                  </a:extLst>
                </a:gridCol>
                <a:gridCol w="1152939">
                  <a:extLst>
                    <a:ext uri="{9D8B030D-6E8A-4147-A177-3AD203B41FA5}">
                      <a16:colId xmlns:a16="http://schemas.microsoft.com/office/drawing/2014/main" val="2906380790"/>
                    </a:ext>
                  </a:extLst>
                </a:gridCol>
                <a:gridCol w="2458278">
                  <a:extLst>
                    <a:ext uri="{9D8B030D-6E8A-4147-A177-3AD203B41FA5}">
                      <a16:colId xmlns:a16="http://schemas.microsoft.com/office/drawing/2014/main" val="2915909809"/>
                    </a:ext>
                  </a:extLst>
                </a:gridCol>
              </a:tblGrid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/>
                        <a:t>Field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67570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3F3F3F"/>
                          </a:solidFill>
                          <a:latin typeface="Open Sans"/>
                        </a:rPr>
                        <a:t>MessageType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String 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"</a:t>
                      </a: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JobOpening</a:t>
                      </a:r>
                      <a:r>
                        <a:rPr lang="en-GB" sz="1200">
                          <a:latin typeface="Open Sans"/>
                        </a:rPr>
                        <a:t>" Opening job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767252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3F3F3F"/>
                          </a:solidFill>
                          <a:latin typeface="Open Sans"/>
                        </a:rPr>
                        <a:t>CompanyID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String 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200">
                          <a:latin typeface="Open Sans"/>
                        </a:rPr>
                        <a:t>ID of WBIG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484707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JobID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latin typeface="Open Sans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latin typeface="+mn-lt"/>
                        </a:rPr>
                        <a:t>Unique Job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53145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latin typeface="Open Sans"/>
                        </a:rPr>
                        <a:t>JobTitle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Title of the job</a:t>
                      </a:r>
                      <a:endParaRPr lang="de-DE" sz="1200" b="0" i="0" u="none" strike="noStrike" noProof="0" err="1">
                        <a:solidFill>
                          <a:srgbClr val="000000"/>
                        </a:solidFill>
                        <a:latin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058904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200" b="0" i="0" u="none" strike="noStrike" noProof="0">
                          <a:latin typeface="Open Sans"/>
                        </a:rPr>
                        <a:t>NumberOfOpenings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Integer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Number of vacancies for this job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667348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latin typeface="Open Sans"/>
                        </a:rPr>
                        <a:t>Description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Job 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29564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latin typeface="Open Sans"/>
                        </a:rPr>
                        <a:t>Requirements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Array(string)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List of all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4378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E4DCEE6-1D58-F624-5FB5-048A9FD71798}"/>
              </a:ext>
            </a:extLst>
          </p:cNvPr>
          <p:cNvSpPr txBox="1"/>
          <p:nvPr/>
        </p:nvSpPr>
        <p:spPr>
          <a:xfrm>
            <a:off x="840171" y="1545677"/>
            <a:ext cx="30217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Opening Job Information</a:t>
            </a:r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1C2CEDA-63CE-4724-1394-826A0CB2D545}"/>
              </a:ext>
            </a:extLst>
          </p:cNvPr>
          <p:cNvGraphicFramePr>
            <a:graphicFrameLocks noGrp="1"/>
          </p:cNvGraphicFramePr>
          <p:nvPr/>
        </p:nvGraphicFramePr>
        <p:xfrm>
          <a:off x="6326177" y="2020404"/>
          <a:ext cx="525622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503">
                  <a:extLst>
                    <a:ext uri="{9D8B030D-6E8A-4147-A177-3AD203B41FA5}">
                      <a16:colId xmlns:a16="http://schemas.microsoft.com/office/drawing/2014/main" val="4039697096"/>
                    </a:ext>
                  </a:extLst>
                </a:gridCol>
                <a:gridCol w="1133300">
                  <a:extLst>
                    <a:ext uri="{9D8B030D-6E8A-4147-A177-3AD203B41FA5}">
                      <a16:colId xmlns:a16="http://schemas.microsoft.com/office/drawing/2014/main" val="2906380790"/>
                    </a:ext>
                  </a:extLst>
                </a:gridCol>
                <a:gridCol w="2654420">
                  <a:extLst>
                    <a:ext uri="{9D8B030D-6E8A-4147-A177-3AD203B41FA5}">
                      <a16:colId xmlns:a16="http://schemas.microsoft.com/office/drawing/2014/main" val="2915909809"/>
                    </a:ext>
                  </a:extLst>
                </a:gridCol>
              </a:tblGrid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/>
                        <a:t>Field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67570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Candidate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List of Candidates informations</a:t>
                      </a:r>
                      <a:r>
                        <a:rPr lang="en-GB" sz="1200">
                          <a:latin typeface="+mn-lt"/>
                        </a:rPr>
                        <a:t> like experience, degree etc.</a:t>
                      </a:r>
                      <a:endParaRPr lang="en-GB" sz="1200">
                        <a:latin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767252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JobID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latin typeface="Open Sans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latin typeface="+mn-lt"/>
                        </a:rPr>
                        <a:t>Unique Job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48470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FF8542B-8CEE-0ED1-0277-6D70B0FB6E31}"/>
              </a:ext>
            </a:extLst>
          </p:cNvPr>
          <p:cNvSpPr txBox="1"/>
          <p:nvPr/>
        </p:nvSpPr>
        <p:spPr>
          <a:xfrm>
            <a:off x="6326571" y="1545677"/>
            <a:ext cx="30217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Candidate List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43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C19FC-B18B-EC1F-E919-FB6ECBA0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464" y="6415135"/>
            <a:ext cx="902336" cy="184666"/>
          </a:xfrm>
        </p:spPr>
        <p:txBody>
          <a:bodyPr/>
          <a:lstStyle/>
          <a:p>
            <a:r>
              <a:rPr lang="en-IN" spc="-95" dirty="0"/>
              <a:t>2025/12/11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77508C-13EB-803F-5C59-8FB645C2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6356" y="6415135"/>
            <a:ext cx="2587625" cy="184666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IN" spc="-20" dirty="0"/>
              <a:t>Workflow</a:t>
            </a:r>
            <a:r>
              <a:rPr lang="en-IN" spc="-50" dirty="0"/>
              <a:t> </a:t>
            </a:r>
            <a:r>
              <a:rPr lang="en-IN" spc="-20" dirty="0"/>
              <a:t>Management</a:t>
            </a:r>
            <a:r>
              <a:rPr lang="en-IN" spc="-70" dirty="0"/>
              <a:t> </a:t>
            </a:r>
            <a:r>
              <a:rPr lang="en-IN" spc="-20" dirty="0"/>
              <a:t>- WEPLACM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2C905-9C87-A80E-9D03-F6AFB643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6248" y="6415135"/>
            <a:ext cx="378419" cy="233045"/>
          </a:xfrm>
        </p:spPr>
        <p:txBody>
          <a:bodyPr/>
          <a:lstStyle/>
          <a:p>
            <a:fld id="{CFAE160F-ADC4-44D7-A740-6FAC7E7C88C7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9B8C93-7E78-6C79-F7C4-8DBF3DDE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Message Types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DFE4DD6-30AF-2329-3F0C-12B336AC918E}"/>
              </a:ext>
            </a:extLst>
          </p:cNvPr>
          <p:cNvGraphicFramePr>
            <a:graphicFrameLocks noGrp="1"/>
          </p:cNvGraphicFramePr>
          <p:nvPr/>
        </p:nvGraphicFramePr>
        <p:xfrm>
          <a:off x="835525" y="1823518"/>
          <a:ext cx="526047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691">
                  <a:extLst>
                    <a:ext uri="{9D8B030D-6E8A-4147-A177-3AD203B41FA5}">
                      <a16:colId xmlns:a16="http://schemas.microsoft.com/office/drawing/2014/main" val="4039697096"/>
                    </a:ext>
                  </a:extLst>
                </a:gridCol>
                <a:gridCol w="1499454">
                  <a:extLst>
                    <a:ext uri="{9D8B030D-6E8A-4147-A177-3AD203B41FA5}">
                      <a16:colId xmlns:a16="http://schemas.microsoft.com/office/drawing/2014/main" val="2906380790"/>
                    </a:ext>
                  </a:extLst>
                </a:gridCol>
                <a:gridCol w="2291330">
                  <a:extLst>
                    <a:ext uri="{9D8B030D-6E8A-4147-A177-3AD203B41FA5}">
                      <a16:colId xmlns:a16="http://schemas.microsoft.com/office/drawing/2014/main" val="2915909809"/>
                    </a:ext>
                  </a:extLst>
                </a:gridCol>
              </a:tblGrid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/>
                        <a:t>Field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67570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err="1">
                          <a:solidFill>
                            <a:srgbClr val="3F3F3F"/>
                          </a:solidFill>
                          <a:latin typeface="Open Sans"/>
                        </a:rPr>
                        <a:t>Invoice_number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String 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latin typeface="Open Sans"/>
                        </a:rPr>
                        <a:t>Unique ID </a:t>
                      </a:r>
                      <a:r>
                        <a:rPr lang="de-DE" sz="1200" err="1">
                          <a:latin typeface="Open Sans"/>
                        </a:rPr>
                        <a:t>for</a:t>
                      </a:r>
                      <a:r>
                        <a:rPr lang="de-DE" sz="1200">
                          <a:latin typeface="Open Sans"/>
                        </a:rPr>
                        <a:t> </a:t>
                      </a:r>
                      <a:r>
                        <a:rPr lang="de-DE" sz="1200" err="1">
                          <a:latin typeface="Open Sans"/>
                        </a:rPr>
                        <a:t>identification</a:t>
                      </a:r>
                      <a:r>
                        <a:rPr lang="de-DE" sz="1200">
                          <a:latin typeface="Open Sans"/>
                        </a:rPr>
                        <a:t> </a:t>
                      </a:r>
                      <a:r>
                        <a:rPr lang="de-DE" sz="1200" err="1">
                          <a:latin typeface="Open Sans"/>
                        </a:rPr>
                        <a:t>of</a:t>
                      </a:r>
                      <a:r>
                        <a:rPr lang="de-DE" sz="1200">
                          <a:latin typeface="Open Sans"/>
                        </a:rPr>
                        <a:t> </a:t>
                      </a:r>
                      <a:r>
                        <a:rPr lang="de-DE" sz="1200" err="1">
                          <a:latin typeface="Open Sans"/>
                        </a:rPr>
                        <a:t>invoices</a:t>
                      </a:r>
                      <a:endParaRPr lang="en-GB" sz="1200">
                        <a:latin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767252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String (DD-MM-YYYY)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Invoice date and due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824316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3F3F3F"/>
                          </a:solidFill>
                          <a:latin typeface="Open Sans"/>
                        </a:rPr>
                        <a:t>Contractor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Multiple </a:t>
                      </a:r>
                      <a:r>
                        <a:rPr lang="de-DE" sz="1200" b="0" i="0" u="none" strike="noStrike" noProof="0" err="1">
                          <a:solidFill>
                            <a:srgbClr val="000000"/>
                          </a:solidFill>
                          <a:latin typeface="Open Sans"/>
                        </a:rPr>
                        <a:t>strings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200">
                          <a:latin typeface="Open Sans"/>
                        </a:rPr>
                        <a:t>Contractor details like name, adresse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484707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latin typeface="Open Sans"/>
                        </a:rP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Multiple strings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Client details like name, address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53145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latin typeface="Open Sans"/>
                        </a:rPr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String and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Description, quantitiy, rate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058904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200" b="0" i="0" u="none" strike="noStrike" noProof="0">
                          <a:latin typeface="Open Sans"/>
                        </a:rPr>
                        <a:t>Payment terms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Payment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667348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latin typeface="Open Sans"/>
                        </a:rPr>
                        <a:t>Note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295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06BF4F9-3B2A-6520-7E9C-D2498A8A6EB8}"/>
              </a:ext>
            </a:extLst>
          </p:cNvPr>
          <p:cNvSpPr txBox="1"/>
          <p:nvPr/>
        </p:nvSpPr>
        <p:spPr>
          <a:xfrm>
            <a:off x="835525" y="1454186"/>
            <a:ext cx="30217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Invoice</a:t>
            </a:r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BEC1DA9-AF70-4E7C-24C6-405578297E28}"/>
              </a:ext>
            </a:extLst>
          </p:cNvPr>
          <p:cNvGraphicFramePr>
            <a:graphicFrameLocks noGrp="1"/>
          </p:cNvGraphicFramePr>
          <p:nvPr/>
        </p:nvGraphicFramePr>
        <p:xfrm>
          <a:off x="6254192" y="1823518"/>
          <a:ext cx="526047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691">
                  <a:extLst>
                    <a:ext uri="{9D8B030D-6E8A-4147-A177-3AD203B41FA5}">
                      <a16:colId xmlns:a16="http://schemas.microsoft.com/office/drawing/2014/main" val="4039697096"/>
                    </a:ext>
                  </a:extLst>
                </a:gridCol>
                <a:gridCol w="1499454">
                  <a:extLst>
                    <a:ext uri="{9D8B030D-6E8A-4147-A177-3AD203B41FA5}">
                      <a16:colId xmlns:a16="http://schemas.microsoft.com/office/drawing/2014/main" val="2906380790"/>
                    </a:ext>
                  </a:extLst>
                </a:gridCol>
                <a:gridCol w="2291330">
                  <a:extLst>
                    <a:ext uri="{9D8B030D-6E8A-4147-A177-3AD203B41FA5}">
                      <a16:colId xmlns:a16="http://schemas.microsoft.com/office/drawing/2014/main" val="2915909809"/>
                    </a:ext>
                  </a:extLst>
                </a:gridCol>
              </a:tblGrid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/>
                        <a:t>Field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67570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err="1">
                          <a:solidFill>
                            <a:srgbClr val="3F3F3F"/>
                          </a:solidFill>
                          <a:latin typeface="Open Sans"/>
                        </a:rPr>
                        <a:t>Invoice_number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String 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latin typeface="Open Sans"/>
                        </a:rPr>
                        <a:t>Unique ID </a:t>
                      </a:r>
                      <a:r>
                        <a:rPr lang="de-DE" sz="1200" err="1">
                          <a:latin typeface="Open Sans"/>
                        </a:rPr>
                        <a:t>for</a:t>
                      </a:r>
                      <a:r>
                        <a:rPr lang="de-DE" sz="1200">
                          <a:latin typeface="Open Sans"/>
                        </a:rPr>
                        <a:t> </a:t>
                      </a:r>
                      <a:r>
                        <a:rPr lang="de-DE" sz="1200" err="1">
                          <a:latin typeface="Open Sans"/>
                        </a:rPr>
                        <a:t>identification</a:t>
                      </a:r>
                      <a:r>
                        <a:rPr lang="de-DE" sz="1200">
                          <a:latin typeface="Open Sans"/>
                        </a:rPr>
                        <a:t> </a:t>
                      </a:r>
                      <a:r>
                        <a:rPr lang="de-DE" sz="1200" err="1">
                          <a:latin typeface="Open Sans"/>
                        </a:rPr>
                        <a:t>of</a:t>
                      </a:r>
                      <a:r>
                        <a:rPr lang="de-DE" sz="1200">
                          <a:latin typeface="Open Sans"/>
                        </a:rPr>
                        <a:t> </a:t>
                      </a:r>
                      <a:r>
                        <a:rPr lang="de-DE" sz="1200" err="1">
                          <a:latin typeface="Open Sans"/>
                        </a:rPr>
                        <a:t>invoices</a:t>
                      </a:r>
                      <a:endParaRPr lang="en-GB" sz="1200">
                        <a:latin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767252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Open Sans"/>
                        </a:rPr>
                        <a:t>String (DD-MM-YYYY)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Invoice date and due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824316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3F3F3F"/>
                          </a:solidFill>
                          <a:latin typeface="Open Sans"/>
                        </a:rPr>
                        <a:t>Contractor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Multiple </a:t>
                      </a:r>
                      <a:r>
                        <a:rPr lang="de-DE" sz="1200" b="0" i="0" u="none" strike="noStrike" noProof="0" err="1">
                          <a:solidFill>
                            <a:srgbClr val="000000"/>
                          </a:solidFill>
                          <a:latin typeface="Open Sans"/>
                        </a:rPr>
                        <a:t>strings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200">
                          <a:latin typeface="Open Sans"/>
                        </a:rPr>
                        <a:t>Contractor details like name, adresse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484707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latin typeface="Open Sans"/>
                        </a:rP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Multiple </a:t>
                      </a:r>
                      <a:r>
                        <a:rPr lang="de-DE" sz="1200" b="0" i="0" u="none" strike="noStrike" noProof="0" err="1">
                          <a:solidFill>
                            <a:srgbClr val="000000"/>
                          </a:solidFill>
                          <a:latin typeface="Open Sans"/>
                        </a:rPr>
                        <a:t>strings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Client details like name, address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53145"/>
                  </a:ext>
                </a:extLst>
              </a:tr>
              <a:tr h="2064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latin typeface="Open Sans"/>
                        </a:rPr>
                        <a:t>Note</a:t>
                      </a:r>
                      <a:endParaRPr lang="en-US" sz="1200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Open Sans"/>
                        </a:rP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2956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150D7-F64B-69A9-21A5-79303075143C}"/>
              </a:ext>
            </a:extLst>
          </p:cNvPr>
          <p:cNvSpPr txBox="1"/>
          <p:nvPr/>
        </p:nvSpPr>
        <p:spPr>
          <a:xfrm>
            <a:off x="6254191" y="1454186"/>
            <a:ext cx="4413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Invoice Rejection and Payment Error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06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74A509-3605-C11A-F1E0-BFE101C6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Thank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your</a:t>
            </a:r>
            <a:r>
              <a:rPr lang="de-DE"/>
              <a:t> Attention!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0E6811-D85A-3DF1-9E80-3AD9BDD7F9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040048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8BC81975DBF246840A1B6D021B5046" ma:contentTypeVersion="4" ma:contentTypeDescription="Create a new document." ma:contentTypeScope="" ma:versionID="37b55a29677002924ba7434d19e13433">
  <xsd:schema xmlns:xsd="http://www.w3.org/2001/XMLSchema" xmlns:xs="http://www.w3.org/2001/XMLSchema" xmlns:p="http://schemas.microsoft.com/office/2006/metadata/properties" xmlns:ns3="f37cc04a-89e8-438d-a3b2-198423c753fa" targetNamespace="http://schemas.microsoft.com/office/2006/metadata/properties" ma:root="true" ma:fieldsID="fc04f8f3b94326b996d12814b059233c" ns3:_="">
    <xsd:import namespace="f37cc04a-89e8-438d-a3b2-198423c753f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7cc04a-89e8-438d-a3b2-198423c753f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4A95035-1E06-44A1-868D-885A4BD814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7cc04a-89e8-438d-a3b2-198423c753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EBB260-572D-4D7B-8C12-F53CCB2BF7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EDA397-B681-42B1-A984-2879419F44AA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f37cc04a-89e8-438d-a3b2-198423c753fa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490</TotalTime>
  <Words>553</Words>
  <Application>Microsoft Office PowerPoint</Application>
  <PresentationFormat>Widescreen</PresentationFormat>
  <Paragraphs>207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Black</vt:lpstr>
      <vt:lpstr>Calibri</vt:lpstr>
      <vt:lpstr>Lucida Sans</vt:lpstr>
      <vt:lpstr>Open Sans</vt:lpstr>
      <vt:lpstr>Office Theme</vt:lpstr>
      <vt:lpstr>PowerPoint Presentation</vt:lpstr>
      <vt:lpstr>Agenda</vt:lpstr>
      <vt:lpstr>Technology </vt:lpstr>
      <vt:lpstr>Exchange of data objects between both company :</vt:lpstr>
      <vt:lpstr>The WEPLACM Process</vt:lpstr>
      <vt:lpstr>The WEPLACM Process</vt:lpstr>
      <vt:lpstr>The WEPLACM Process</vt:lpstr>
      <vt:lpstr>The WEPLACM Process</vt:lpstr>
      <vt:lpstr>The WEPLACM Process</vt:lpstr>
      <vt:lpstr>The WBIG Process – Deployed </vt:lpstr>
      <vt:lpstr>Message Types</vt:lpstr>
      <vt:lpstr>Message Types</vt:lpstr>
      <vt:lpstr>Message Types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– Kick Off</dc:title>
  <dc:creator>Jonas Blatt</dc:creator>
  <cp:lastModifiedBy>Kenil Sohaliya</cp:lastModifiedBy>
  <cp:revision>7</cp:revision>
  <dcterms:created xsi:type="dcterms:W3CDTF">2025-12-10T11:23:01Z</dcterms:created>
  <dcterms:modified xsi:type="dcterms:W3CDTF">2025-12-11T08:43:09Z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2025-10-29T00:00:00Z</vt:filetime>
  </property>
  <property fmtid="{D5CDD505-2E9C-101B-9397-08002B2CF9AE}" pid="3" name="Creator">
    <vt:lpwstr>Acrobat PDFMaker 20 für PowerPoint</vt:lpwstr>
  </property>
  <property fmtid="{D5CDD505-2E9C-101B-9397-08002B2CF9AE}" pid="4" name="LastSaved">
    <vt:filetime>2025-12-10T00:00:00Z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ContentTypeId">
    <vt:lpwstr>0x010100478BC81975DBF246840A1B6D021B5046</vt:lpwstr>
  </property>
</Properties>
</file>